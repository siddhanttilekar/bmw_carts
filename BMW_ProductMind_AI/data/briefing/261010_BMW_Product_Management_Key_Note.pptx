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4"/>
  </p:sldMasterIdLst>
  <p:notesMasterIdLst>
    <p:notesMasterId r:id="rId9"/>
  </p:notesMasterIdLst>
  <p:handoutMasterIdLst>
    <p:handoutMasterId r:id="rId10"/>
  </p:handoutMasterIdLst>
  <p:sldIdLst>
    <p:sldId id="281" r:id="rId5"/>
    <p:sldId id="283" r:id="rId6"/>
    <p:sldId id="286" r:id="rId7"/>
    <p:sldId id="288" r:id="rId8"/>
  </p:sldIdLst>
  <p:sldSz cx="12192000" cy="6858000"/>
  <p:notesSz cx="6858000" cy="91440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D3D7E-AEC4-4857-8B36-06583F457D1D}" v="13" dt="2026-10-09T14:01:55.223"/>
  </p1510:revLst>
</p1510:revInfo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bhardt Benedikt, CP-16" userId="c41b14fa-577c-442c-95ca-f0fcb3883cd1" providerId="ADAL" clId="{28D35022-6780-4D7A-B283-AC4388EE2E67}"/>
    <pc:docChg chg="undo custSel delSld modSld modNotesMaster">
      <pc:chgData name="Gebhardt Benedikt, CP-16" userId="c41b14fa-577c-442c-95ca-f0fcb3883cd1" providerId="ADAL" clId="{28D35022-6780-4D7A-B283-AC4388EE2E67}" dt="2026-10-09T13:54:49.630" v="565" actId="313"/>
      <pc:docMkLst>
        <pc:docMk/>
      </pc:docMkLst>
      <pc:sldChg chg="delSp modSp mod">
        <pc:chgData name="Gebhardt Benedikt, CP-16" userId="c41b14fa-577c-442c-95ca-f0fcb3883cd1" providerId="ADAL" clId="{28D35022-6780-4D7A-B283-AC4388EE2E67}" dt="2026-10-09T11:26:20.864" v="553" actId="478"/>
        <pc:sldMkLst>
          <pc:docMk/>
          <pc:sldMk cId="3748768508" sldId="281"/>
        </pc:sldMkLst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3748768508" sldId="281"/>
            <ac:spMk id="3" creationId="{F66B80E4-0CF4-3C58-6A97-1E5EE6565365}"/>
          </ac:spMkLst>
        </pc:spChg>
        <pc:picChg chg="del">
          <ac:chgData name="Gebhardt Benedikt, CP-16" userId="c41b14fa-577c-442c-95ca-f0fcb3883cd1" providerId="ADAL" clId="{28D35022-6780-4D7A-B283-AC4388EE2E67}" dt="2026-10-09T11:26:20.864" v="553" actId="478"/>
          <ac:picMkLst>
            <pc:docMk/>
            <pc:sldMk cId="3748768508" sldId="281"/>
            <ac:picMk id="10" creationId="{D58F8E31-2401-48D6-788D-B9240FF440DA}"/>
          </ac:picMkLst>
        </pc:picChg>
      </pc:sldChg>
      <pc:sldChg chg="modSp mod">
        <pc:chgData name="Gebhardt Benedikt, CP-16" userId="c41b14fa-577c-442c-95ca-f0fcb3883cd1" providerId="ADAL" clId="{28D35022-6780-4D7A-B283-AC4388EE2E67}" dt="2026-10-09T13:54:49.630" v="565" actId="313"/>
        <pc:sldMkLst>
          <pc:docMk/>
          <pc:sldMk cId="3748768508" sldId="283"/>
        </pc:sldMkLst>
        <pc:spChg chg="mod">
          <ac:chgData name="Gebhardt Benedikt, CP-16" userId="c41b14fa-577c-442c-95ca-f0fcb3883cd1" providerId="ADAL" clId="{28D35022-6780-4D7A-B283-AC4388EE2E67}" dt="2026-10-09T13:54:49.630" v="565" actId="313"/>
          <ac:spMkLst>
            <pc:docMk/>
            <pc:sldMk cId="3748768508" sldId="283"/>
            <ac:spMk id="7" creationId="{00000000-0000-0000-0000-000000000000}"/>
          </ac:spMkLst>
        </pc:spChg>
      </pc:sldChg>
      <pc:sldChg chg="addSp delSp modSp del mod">
        <pc:chgData name="Gebhardt Benedikt, CP-16" userId="c41b14fa-577c-442c-95ca-f0fcb3883cd1" providerId="ADAL" clId="{28D35022-6780-4D7A-B283-AC4388EE2E67}" dt="2026-10-09T13:51:50.171" v="555" actId="47"/>
        <pc:sldMkLst>
          <pc:docMk/>
          <pc:sldMk cId="4093740063" sldId="285"/>
        </pc:sldMkLst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132" creationId="{1241E9A6-0EB2-B668-3DAB-4C5A773E0975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4093740063" sldId="285"/>
            <ac:spMk id="133" creationId="{8D355C38-2C7E-6A84-D586-D28B2A42A3FA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141" creationId="{FBD0E61B-E2C1-EAFD-8AB5-40B80299D2CD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142" creationId="{8BA093BC-29D3-B433-05C4-9DCA6723AE16}"/>
          </ac:spMkLst>
        </pc:spChg>
        <pc:spChg chg="mod">
          <ac:chgData name="Gebhardt Benedikt, CP-16" userId="c41b14fa-577c-442c-95ca-f0fcb3883cd1" providerId="ADAL" clId="{28D35022-6780-4D7A-B283-AC4388EE2E67}" dt="2026-10-08T10:22:28.779" v="110" actId="20577"/>
          <ac:spMkLst>
            <pc:docMk/>
            <pc:sldMk cId="4093740063" sldId="285"/>
            <ac:spMk id="151" creationId="{FF34376B-A0A8-E40E-C85E-57062B92F044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153" creationId="{2F608A11-03DF-6D1F-E00B-F942A576B001}"/>
          </ac:spMkLst>
        </pc:spChg>
        <pc:spChg chg="mod">
          <ac:chgData name="Gebhardt Benedikt, CP-16" userId="c41b14fa-577c-442c-95ca-f0fcb3883cd1" providerId="ADAL" clId="{28D35022-6780-4D7A-B283-AC4388EE2E67}" dt="2026-10-08T10:23:09.796" v="137" actId="20577"/>
          <ac:spMkLst>
            <pc:docMk/>
            <pc:sldMk cId="4093740063" sldId="285"/>
            <ac:spMk id="154" creationId="{E9826842-F7EE-7F99-B104-9BA82CA53F58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4093740063" sldId="285"/>
            <ac:spMk id="155" creationId="{FDF6672F-0FA3-1317-A0BE-7EE862CF6736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162" creationId="{F6C7CA9E-6CF1-4F7D-EC53-B7362BA43EBF}"/>
          </ac:spMkLst>
        </pc:spChg>
        <pc:spChg chg="del">
          <ac:chgData name="Gebhardt Benedikt, CP-16" userId="c41b14fa-577c-442c-95ca-f0fcb3883cd1" providerId="ADAL" clId="{28D35022-6780-4D7A-B283-AC4388EE2E67}" dt="2026-10-08T10:25:55.526" v="256" actId="478"/>
          <ac:spMkLst>
            <pc:docMk/>
            <pc:sldMk cId="4093740063" sldId="285"/>
            <ac:spMk id="167" creationId="{579C2660-39D0-2ABA-52B2-D2ABBB832C35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175" creationId="{CE59A75A-D060-100B-317D-82994B9434A7}"/>
          </ac:spMkLst>
        </pc:spChg>
        <pc:spChg chg="mod">
          <ac:chgData name="Gebhardt Benedikt, CP-16" userId="c41b14fa-577c-442c-95ca-f0fcb3883cd1" providerId="ADAL" clId="{28D35022-6780-4D7A-B283-AC4388EE2E67}" dt="2026-10-08T10:26:02.146" v="258" actId="1076"/>
          <ac:spMkLst>
            <pc:docMk/>
            <pc:sldMk cId="4093740063" sldId="285"/>
            <ac:spMk id="176" creationId="{3DEB9F92-BAAF-7519-D4ED-B7B1226E83DA}"/>
          </ac:spMkLst>
        </pc:spChg>
        <pc:spChg chg="mod">
          <ac:chgData name="Gebhardt Benedikt, CP-16" userId="c41b14fa-577c-442c-95ca-f0fcb3883cd1" providerId="ADAL" clId="{28D35022-6780-4D7A-B283-AC4388EE2E67}" dt="2026-10-08T10:26:05.763" v="259" actId="1076"/>
          <ac:spMkLst>
            <pc:docMk/>
            <pc:sldMk cId="4093740063" sldId="285"/>
            <ac:spMk id="177" creationId="{1569BA54-CE50-55DC-E60A-ECC8ACC1018F}"/>
          </ac:spMkLst>
        </pc:spChg>
        <pc:spChg chg="mod">
          <ac:chgData name="Gebhardt Benedikt, CP-16" userId="c41b14fa-577c-442c-95ca-f0fcb3883cd1" providerId="ADAL" clId="{28D35022-6780-4D7A-B283-AC4388EE2E67}" dt="2026-10-08T10:26:11.128" v="260" actId="1076"/>
          <ac:spMkLst>
            <pc:docMk/>
            <pc:sldMk cId="4093740063" sldId="285"/>
            <ac:spMk id="178" creationId="{0AFF9036-7129-4234-4692-6F91699E9FE0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4093740063" sldId="285"/>
            <ac:spMk id="179" creationId="{CECFAFC2-6A81-9A23-48F4-492B6322561D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214" creationId="{04F74B1A-F4F4-6EC3-C2E4-76B4016BEE09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4093740063" sldId="285"/>
            <ac:spMk id="215" creationId="{D694E9BE-4DAC-43C5-4DE0-AAE67589B8DE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245" creationId="{7211A202-10EF-00C1-B0E1-9406760487A2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4093740063" sldId="285"/>
            <ac:spMk id="246" creationId="{33E04D40-CD7E-BE17-EDD8-F58DE922E8F8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248" creationId="{59EBAB38-27E1-6851-3F86-778A84E120FD}"/>
          </ac:spMkLst>
        </pc:spChg>
        <pc:spChg chg="mod">
          <ac:chgData name="Gebhardt Benedikt, CP-16" userId="c41b14fa-577c-442c-95ca-f0fcb3883cd1" providerId="ADAL" clId="{28D35022-6780-4D7A-B283-AC4388EE2E67}" dt="2026-10-08T10:21:03.489" v="37" actId="1036"/>
          <ac:spMkLst>
            <pc:docMk/>
            <pc:sldMk cId="4093740063" sldId="285"/>
            <ac:spMk id="250" creationId="{4C3E7728-C26E-10E5-74B4-A17D13B2CEC3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4093740063" sldId="285"/>
            <ac:spMk id="263" creationId="{AF7EB26F-DCDC-6C9C-22B7-6D1AD923D92E}"/>
          </ac:spMkLst>
        </pc:spChg>
        <pc:spChg chg="add mod">
          <ac:chgData name="Gebhardt Benedikt, CP-16" userId="c41b14fa-577c-442c-95ca-f0fcb3883cd1" providerId="ADAL" clId="{28D35022-6780-4D7A-B283-AC4388EE2E67}" dt="2026-10-08T10:21:17.479" v="51" actId="20577"/>
          <ac:spMkLst>
            <pc:docMk/>
            <pc:sldMk cId="4093740063" sldId="285"/>
            <ac:spMk id="264" creationId="{DF13DC5B-DC23-EA6B-08A5-62D014E3ADD9}"/>
          </ac:spMkLst>
        </pc:spChg>
        <pc:spChg chg="add mod">
          <ac:chgData name="Gebhardt Benedikt, CP-16" userId="c41b14fa-577c-442c-95ca-f0fcb3883cd1" providerId="ADAL" clId="{28D35022-6780-4D7A-B283-AC4388EE2E67}" dt="2026-10-08T10:25:00.497" v="223"/>
          <ac:spMkLst>
            <pc:docMk/>
            <pc:sldMk cId="4093740063" sldId="285"/>
            <ac:spMk id="265" creationId="{9889C05D-DDD2-CA7A-04EF-AD473CD145A3}"/>
          </ac:spMkLst>
        </pc:spChg>
        <pc:spChg chg="add mod">
          <ac:chgData name="Gebhardt Benedikt, CP-16" userId="c41b14fa-577c-442c-95ca-f0fcb3883cd1" providerId="ADAL" clId="{28D35022-6780-4D7A-B283-AC4388EE2E67}" dt="2026-10-08T10:25:25.510" v="255" actId="1035"/>
          <ac:spMkLst>
            <pc:docMk/>
            <pc:sldMk cId="4093740063" sldId="285"/>
            <ac:spMk id="266" creationId="{E170CFB3-20FA-5782-2844-ADEBB6692580}"/>
          </ac:spMkLst>
        </pc:spChg>
        <pc:picChg chg="del">
          <ac:chgData name="Gebhardt Benedikt, CP-16" userId="c41b14fa-577c-442c-95ca-f0fcb3883cd1" providerId="ADAL" clId="{28D35022-6780-4D7A-B283-AC4388EE2E67}" dt="2026-10-08T10:28:42.821" v="365" actId="478"/>
          <ac:picMkLst>
            <pc:docMk/>
            <pc:sldMk cId="4093740063" sldId="285"/>
            <ac:picMk id="258" creationId="{A32E8681-83B5-1C09-0A9C-572595D03EB8}"/>
          </ac:picMkLst>
        </pc:picChg>
        <pc:cxnChg chg="del">
          <ac:chgData name="Gebhardt Benedikt, CP-16" userId="c41b14fa-577c-442c-95ca-f0fcb3883cd1" providerId="ADAL" clId="{28D35022-6780-4D7A-B283-AC4388EE2E67}" dt="2026-10-08T10:25:57.702" v="257" actId="478"/>
          <ac:cxnSpMkLst>
            <pc:docMk/>
            <pc:sldMk cId="4093740063" sldId="285"/>
            <ac:cxnSpMk id="168" creationId="{DBCFD5E2-617A-6EEB-3AF8-363C888CBD33}"/>
          </ac:cxnSpMkLst>
        </pc:cxnChg>
        <pc:cxnChg chg="mod">
          <ac:chgData name="Gebhardt Benedikt, CP-16" userId="c41b14fa-577c-442c-95ca-f0fcb3883cd1" providerId="ADAL" clId="{28D35022-6780-4D7A-B283-AC4388EE2E67}" dt="2026-10-08T10:26:18.380" v="305" actId="1036"/>
          <ac:cxnSpMkLst>
            <pc:docMk/>
            <pc:sldMk cId="4093740063" sldId="285"/>
            <ac:cxnSpMk id="170" creationId="{1E0019E7-C7C1-9EE0-AEC1-00D10B0F7E88}"/>
          </ac:cxnSpMkLst>
        </pc:cxnChg>
        <pc:cxnChg chg="mod">
          <ac:chgData name="Gebhardt Benedikt, CP-16" userId="c41b14fa-577c-442c-95ca-f0fcb3883cd1" providerId="ADAL" clId="{28D35022-6780-4D7A-B283-AC4388EE2E67}" dt="2026-10-08T10:26:16.043" v="302" actId="1035"/>
          <ac:cxnSpMkLst>
            <pc:docMk/>
            <pc:sldMk cId="4093740063" sldId="285"/>
            <ac:cxnSpMk id="171" creationId="{CAB276D5-69C0-1ACB-E669-7FCFA15D3474}"/>
          </ac:cxnSpMkLst>
        </pc:cxnChg>
      </pc:sldChg>
      <pc:sldChg chg="modSp mod">
        <pc:chgData name="Gebhardt Benedikt, CP-16" userId="c41b14fa-577c-442c-95ca-f0fcb3883cd1" providerId="ADAL" clId="{28D35022-6780-4D7A-B283-AC4388EE2E67}" dt="2026-10-09T13:52:21.229" v="564" actId="1076"/>
        <pc:sldMkLst>
          <pc:docMk/>
          <pc:sldMk cId="1613391256" sldId="286"/>
        </pc:sldMkLst>
        <pc:spChg chg="mod">
          <ac:chgData name="Gebhardt Benedikt, CP-16" userId="c41b14fa-577c-442c-95ca-f0fcb3883cd1" providerId="ADAL" clId="{28D35022-6780-4D7A-B283-AC4388EE2E67}" dt="2026-10-09T13:52:21.229" v="564" actId="1076"/>
          <ac:spMkLst>
            <pc:docMk/>
            <pc:sldMk cId="1613391256" sldId="286"/>
            <ac:spMk id="2" creationId="{5063F415-EED0-8419-83D8-5CC1B1B14CF2}"/>
          </ac:spMkLst>
        </pc:spChg>
        <pc:spChg chg="mod">
          <ac:chgData name="Gebhardt Benedikt, CP-16" userId="c41b14fa-577c-442c-95ca-f0fcb3883cd1" providerId="ADAL" clId="{28D35022-6780-4D7A-B283-AC4388EE2E67}" dt="2026-10-08T10:21:55.404" v="98" actId="20577"/>
          <ac:spMkLst>
            <pc:docMk/>
            <pc:sldMk cId="1613391256" sldId="286"/>
            <ac:spMk id="3" creationId="{F66B80E4-0CF4-3C58-6A97-1E5EE6565365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1613391256" sldId="286"/>
            <ac:spMk id="16" creationId="{D49E48C8-3A46-DA2C-E266-F9A39D3CA9A6}"/>
          </ac:spMkLst>
        </pc:spChg>
        <pc:spChg chg="mod">
          <ac:chgData name="Gebhardt Benedikt, CP-16" userId="c41b14fa-577c-442c-95ca-f0fcb3883cd1" providerId="ADAL" clId="{28D35022-6780-4D7A-B283-AC4388EE2E67}" dt="2026-10-09T13:51:55.176" v="559" actId="20577"/>
          <ac:spMkLst>
            <pc:docMk/>
            <pc:sldMk cId="1613391256" sldId="286"/>
            <ac:spMk id="20" creationId="{581323A8-14C5-ECB6-4A5C-FCB77913F3E2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1613391256" sldId="286"/>
            <ac:spMk id="21" creationId="{7376663E-E248-6798-1F59-042655FA4FFC}"/>
          </ac:spMkLst>
        </pc:spChg>
        <pc:spChg chg="mod">
          <ac:chgData name="Gebhardt Benedikt, CP-16" userId="c41b14fa-577c-442c-95ca-f0fcb3883cd1" providerId="ADAL" clId="{28D35022-6780-4D7A-B283-AC4388EE2E67}" dt="2026-10-09T13:52:06.080" v="562" actId="1036"/>
          <ac:spMkLst>
            <pc:docMk/>
            <pc:sldMk cId="1613391256" sldId="286"/>
            <ac:spMk id="22" creationId="{2469E7A6-3A38-B9C3-9ADD-EADD07141541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1613391256" sldId="286"/>
            <ac:spMk id="23" creationId="{CEDE21FC-8D7A-555B-FAEC-C4478AEAAA09}"/>
          </ac:spMkLst>
        </pc:spChg>
        <pc:spChg chg="mod">
          <ac:chgData name="Gebhardt Benedikt, CP-16" userId="c41b14fa-577c-442c-95ca-f0fcb3883cd1" providerId="ADAL" clId="{28D35022-6780-4D7A-B283-AC4388EE2E67}" dt="2026-10-08T10:42:40.150" v="552" actId="26606"/>
          <ac:spMkLst>
            <pc:docMk/>
            <pc:sldMk cId="1613391256" sldId="286"/>
            <ac:spMk id="24" creationId="{AE0E4F99-CBF1-B689-055E-BF074981E6B2}"/>
          </ac:spMkLst>
        </pc:spChg>
        <pc:picChg chg="mod">
          <ac:chgData name="Gebhardt Benedikt, CP-16" userId="c41b14fa-577c-442c-95ca-f0fcb3883cd1" providerId="ADAL" clId="{28D35022-6780-4D7A-B283-AC4388EE2E67}" dt="2026-10-08T10:39:19.760" v="550" actId="14100"/>
          <ac:picMkLst>
            <pc:docMk/>
            <pc:sldMk cId="1613391256" sldId="286"/>
            <ac:picMk id="27" creationId="{00000000-0000-0000-0000-000000000000}"/>
          </ac:picMkLst>
        </pc:picChg>
      </pc:sldChg>
      <pc:sldChg chg="del">
        <pc:chgData name="Gebhardt Benedikt, CP-16" userId="c41b14fa-577c-442c-95ca-f0fcb3883cd1" providerId="ADAL" clId="{28D35022-6780-4D7A-B283-AC4388EE2E67}" dt="2026-10-09T13:51:49.393" v="554" actId="47"/>
        <pc:sldMkLst>
          <pc:docMk/>
          <pc:sldMk cId="2536507012" sldId="289"/>
        </pc:sldMkLst>
      </pc:sldChg>
    </pc:docChg>
  </pc:docChgLst>
  <pc:docChgLst>
    <pc:chgData name="Kranz Marcel, CP-16" userId="7d03334c-65a1-4a05-a0d8-6e756b85f0e5" providerId="ADAL" clId="{6DBD3079-0851-47DC-9489-1AFB8D152AFD}"/>
    <pc:docChg chg="undo custSel addSld modSld sldOrd">
      <pc:chgData name="Kranz Marcel, CP-16" userId="7d03334c-65a1-4a05-a0d8-6e756b85f0e5" providerId="ADAL" clId="{6DBD3079-0851-47DC-9489-1AFB8D152AFD}" dt="2026-10-09T14:01:55.223" v="577" actId="948"/>
      <pc:docMkLst>
        <pc:docMk/>
      </pc:docMkLst>
      <pc:sldChg chg="addSp modSp mod">
        <pc:chgData name="Kranz Marcel, CP-16" userId="7d03334c-65a1-4a05-a0d8-6e756b85f0e5" providerId="ADAL" clId="{6DBD3079-0851-47DC-9489-1AFB8D152AFD}" dt="2026-10-09T14:01:55.223" v="577" actId="948"/>
        <pc:sldMkLst>
          <pc:docMk/>
          <pc:sldMk cId="3748768508" sldId="281"/>
        </pc:sldMkLst>
        <pc:spChg chg="mod">
          <ac:chgData name="Kranz Marcel, CP-16" userId="7d03334c-65a1-4a05-a0d8-6e756b85f0e5" providerId="ADAL" clId="{6DBD3079-0851-47DC-9489-1AFB8D152AFD}" dt="2026-10-09T14:01:55.223" v="577" actId="948"/>
          <ac:spMkLst>
            <pc:docMk/>
            <pc:sldMk cId="3748768508" sldId="281"/>
            <ac:spMk id="3" creationId="{F66B80E4-0CF4-3C58-6A97-1E5EE6565365}"/>
          </ac:spMkLst>
        </pc:spChg>
        <pc:graphicFrameChg chg="add mod ord modVis">
          <ac:chgData name="Kranz Marcel, CP-16" userId="7d03334c-65a1-4a05-a0d8-6e756b85f0e5" providerId="ADAL" clId="{6DBD3079-0851-47DC-9489-1AFB8D152AFD}" dt="2026-10-08T12:30:14.792" v="539"/>
          <ac:graphicFrameMkLst>
            <pc:docMk/>
            <pc:sldMk cId="3748768508" sldId="281"/>
            <ac:graphicFrameMk id="4" creationId="{77F44B4B-2D99-42FA-4C30-116DF593008F}"/>
          </ac:graphicFrameMkLst>
        </pc:graphicFrameChg>
      </pc:sldChg>
      <pc:sldChg chg="addSp delSp modSp mod">
        <pc:chgData name="Kranz Marcel, CP-16" userId="7d03334c-65a1-4a05-a0d8-6e756b85f0e5" providerId="ADAL" clId="{6DBD3079-0851-47DC-9489-1AFB8D152AFD}" dt="2026-10-08T13:04:27.430" v="546" actId="1076"/>
        <pc:sldMkLst>
          <pc:docMk/>
          <pc:sldMk cId="3748768508" sldId="283"/>
        </pc:sldMkLst>
        <pc:spChg chg="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2" creationId="{5063F415-EED0-8419-83D8-5CC1B1B14CF2}"/>
          </ac:spMkLst>
        </pc:spChg>
        <pc:spChg chg="mod">
          <ac:chgData name="Kranz Marcel, CP-16" userId="7d03334c-65a1-4a05-a0d8-6e756b85f0e5" providerId="ADAL" clId="{6DBD3079-0851-47DC-9489-1AFB8D152AFD}" dt="2026-10-08T12:16:38.135" v="366" actId="299"/>
          <ac:spMkLst>
            <pc:docMk/>
            <pc:sldMk cId="3748768508" sldId="283"/>
            <ac:spMk id="3" creationId="{F66B80E4-0CF4-3C58-6A97-1E5EE6565365}"/>
          </ac:spMkLst>
        </pc:spChg>
        <pc:spChg chg="add del mod">
          <ac:chgData name="Kranz Marcel, CP-16" userId="7d03334c-65a1-4a05-a0d8-6e756b85f0e5" providerId="ADAL" clId="{6DBD3079-0851-47DC-9489-1AFB8D152AFD}" dt="2026-10-08T12:08:26.463" v="65"/>
          <ac:spMkLst>
            <pc:docMk/>
            <pc:sldMk cId="3748768508" sldId="283"/>
            <ac:spMk id="4" creationId="{9D4D82A4-C849-77F9-C4F7-362431F85E2A}"/>
          </ac:spMkLst>
        </pc:spChg>
        <pc:spChg chg="add 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5" creationId="{D1486682-91ED-1EBA-2717-C64C9C8ED2F3}"/>
          </ac:spMkLst>
        </pc:spChg>
        <pc:spChg chg="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6" creationId="{00000000-0000-0000-0000-000000000000}"/>
          </ac:spMkLst>
        </pc:spChg>
        <pc:spChg chg="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7" creationId="{00000000-0000-0000-0000-000000000000}"/>
          </ac:spMkLst>
        </pc:spChg>
        <pc:spChg chg="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8" creationId="{00000000-0000-0000-0000-000000000000}"/>
          </ac:spMkLst>
        </pc:spChg>
        <pc:spChg chg="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9" creationId="{00000000-0000-0000-0000-000000000000}"/>
          </ac:spMkLst>
        </pc:spChg>
        <pc:spChg chg="add 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10" creationId="{3E39BC1C-FA0C-9EE0-8E5F-2A2EEA752325}"/>
          </ac:spMkLst>
        </pc:spChg>
        <pc:spChg chg="add 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11" creationId="{B2DDBCDF-8A12-D7AD-DD9B-385F400F6EE7}"/>
          </ac:spMkLst>
        </pc:spChg>
        <pc:spChg chg="add mod">
          <ac:chgData name="Kranz Marcel, CP-16" userId="7d03334c-65a1-4a05-a0d8-6e756b85f0e5" providerId="ADAL" clId="{6DBD3079-0851-47DC-9489-1AFB8D152AFD}" dt="2026-10-08T12:16:05.582" v="309" actId="1076"/>
          <ac:spMkLst>
            <pc:docMk/>
            <pc:sldMk cId="3748768508" sldId="283"/>
            <ac:spMk id="12" creationId="{90816266-DB0A-FE48-CAA9-B40F5E81969D}"/>
          </ac:spMkLst>
        </pc:spChg>
        <pc:spChg chg="add mod">
          <ac:chgData name="Kranz Marcel, CP-16" userId="7d03334c-65a1-4a05-a0d8-6e756b85f0e5" providerId="ADAL" clId="{6DBD3079-0851-47DC-9489-1AFB8D152AFD}" dt="2026-10-08T12:16:28.973" v="334" actId="1036"/>
          <ac:spMkLst>
            <pc:docMk/>
            <pc:sldMk cId="3748768508" sldId="283"/>
            <ac:spMk id="13" creationId="{90DB1D65-79E2-EDA9-218C-A53650EE6DF4}"/>
          </ac:spMkLst>
        </pc:spChg>
        <pc:spChg chg="add mod">
          <ac:chgData name="Kranz Marcel, CP-16" userId="7d03334c-65a1-4a05-a0d8-6e756b85f0e5" providerId="ADAL" clId="{6DBD3079-0851-47DC-9489-1AFB8D152AFD}" dt="2026-10-08T13:04:27.430" v="546" actId="1076"/>
          <ac:spMkLst>
            <pc:docMk/>
            <pc:sldMk cId="3748768508" sldId="283"/>
            <ac:spMk id="14" creationId="{AFEB8259-D70B-0F61-2BB8-D1724B539911}"/>
          </ac:spMkLst>
        </pc:spChg>
        <pc:spChg chg="add mod">
          <ac:chgData name="Kranz Marcel, CP-16" userId="7d03334c-65a1-4a05-a0d8-6e756b85f0e5" providerId="ADAL" clId="{6DBD3079-0851-47DC-9489-1AFB8D152AFD}" dt="2026-10-08T12:16:18.631" v="315" actId="1076"/>
          <ac:spMkLst>
            <pc:docMk/>
            <pc:sldMk cId="3748768508" sldId="283"/>
            <ac:spMk id="15" creationId="{3F6477B3-8E2F-6EB4-A732-134AD6416FB6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17" creationId="{05908DC5-1A4B-9AE8-14C8-AFEA52FA0E17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18" creationId="{56488734-25A3-52EF-F4B1-962DE03728E2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19" creationId="{C062B3BF-D2FC-B494-D474-76428884864B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20" creationId="{93A006BA-223D-728D-F0AC-1A8A29D64987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21" creationId="{7AD4E6E2-8469-103E-7977-4E80199345C5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24" creationId="{727B29D4-C18C-E48A-8EF7-319F23BCD579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25" creationId="{A4B79D59-DD21-88C8-71A4-1FE6C5D0DAF5}"/>
          </ac:spMkLst>
        </pc:spChg>
        <pc:spChg chg="add mod">
          <ac:chgData name="Kranz Marcel, CP-16" userId="7d03334c-65a1-4a05-a0d8-6e756b85f0e5" providerId="ADAL" clId="{6DBD3079-0851-47DC-9489-1AFB8D152AFD}" dt="2026-10-08T12:16:24.612" v="316" actId="571"/>
          <ac:spMkLst>
            <pc:docMk/>
            <pc:sldMk cId="3748768508" sldId="283"/>
            <ac:spMk id="26" creationId="{8F66AE31-9B06-DAD1-8046-F5B7BC3BBC46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27" creationId="{9DB63399-B4B0-8192-ADCD-C3F00BCF016F}"/>
          </ac:spMkLst>
        </pc:spChg>
        <pc:spChg chg="add 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28" creationId="{EAB448E6-7306-A557-C682-2DE20BA96A63}"/>
          </ac:spMkLst>
        </pc:spChg>
        <pc:spChg chg="mod">
          <ac:chgData name="Kranz Marcel, CP-16" userId="7d03334c-65a1-4a05-a0d8-6e756b85f0e5" providerId="ADAL" clId="{6DBD3079-0851-47DC-9489-1AFB8D152AFD}" dt="2026-10-08T12:16:25.779" v="317" actId="571"/>
          <ac:spMkLst>
            <pc:docMk/>
            <pc:sldMk cId="3748768508" sldId="283"/>
            <ac:spMk id="29" creationId="{853BEA7E-5465-E47A-906E-D281F029FD65}"/>
          </ac:spMkLst>
        </pc:spChg>
        <pc:graphicFrameChg chg="add mod ord modVis">
          <ac:chgData name="Kranz Marcel, CP-16" userId="7d03334c-65a1-4a05-a0d8-6e756b85f0e5" providerId="ADAL" clId="{6DBD3079-0851-47DC-9489-1AFB8D152AFD}" dt="2026-10-08T12:16:34.500" v="359"/>
          <ac:graphicFrameMkLst>
            <pc:docMk/>
            <pc:sldMk cId="3748768508" sldId="283"/>
            <ac:graphicFrameMk id="30" creationId="{673D3708-23AD-1A5A-10E5-C76A37B14BCB}"/>
          </ac:graphicFrameMkLst>
        </pc:graphicFrameChg>
        <pc:picChg chg="mod">
          <ac:chgData name="Kranz Marcel, CP-16" userId="7d03334c-65a1-4a05-a0d8-6e756b85f0e5" providerId="ADAL" clId="{6DBD3079-0851-47DC-9489-1AFB8D152AFD}" dt="2026-10-08T12:15:09.149" v="297" actId="1076"/>
          <ac:picMkLst>
            <pc:docMk/>
            <pc:sldMk cId="3748768508" sldId="283"/>
            <ac:picMk id="16" creationId="{905CDBA3-6BD3-D1FF-C019-99BAC419C7F1}"/>
          </ac:picMkLst>
        </pc:picChg>
      </pc:sldChg>
      <pc:sldChg chg="modSp mod ord">
        <pc:chgData name="Kranz Marcel, CP-16" userId="7d03334c-65a1-4a05-a0d8-6e756b85f0e5" providerId="ADAL" clId="{6DBD3079-0851-47DC-9489-1AFB8D152AFD}" dt="2026-10-08T12:29:41.207" v="510"/>
        <pc:sldMkLst>
          <pc:docMk/>
          <pc:sldMk cId="4093740063" sldId="285"/>
        </pc:sldMkLst>
        <pc:spChg chg="mod">
          <ac:chgData name="Kranz Marcel, CP-16" userId="7d03334c-65a1-4a05-a0d8-6e756b85f0e5" providerId="ADAL" clId="{6DBD3079-0851-47DC-9489-1AFB8D152AFD}" dt="2026-10-08T12:17:44.179" v="370" actId="20577"/>
          <ac:spMkLst>
            <pc:docMk/>
            <pc:sldMk cId="4093740063" sldId="285"/>
            <ac:spMk id="250" creationId="{4C3E7728-C26E-10E5-74B4-A17D13B2CEC3}"/>
          </ac:spMkLst>
        </pc:spChg>
      </pc:sldChg>
      <pc:sldChg chg="addSp modSp mod">
        <pc:chgData name="Kranz Marcel, CP-16" userId="7d03334c-65a1-4a05-a0d8-6e756b85f0e5" providerId="ADAL" clId="{6DBD3079-0851-47DC-9489-1AFB8D152AFD}" dt="2026-10-08T12:24:38.796" v="415" actId="1076"/>
        <pc:sldMkLst>
          <pc:docMk/>
          <pc:sldMk cId="1613391256" sldId="286"/>
        </pc:sldMkLst>
        <pc:spChg chg="mod">
          <ac:chgData name="Kranz Marcel, CP-16" userId="7d03334c-65a1-4a05-a0d8-6e756b85f0e5" providerId="ADAL" clId="{6DBD3079-0851-47DC-9489-1AFB8D152AFD}" dt="2026-10-08T12:24:14.562" v="412" actId="1076"/>
          <ac:spMkLst>
            <pc:docMk/>
            <pc:sldMk cId="1613391256" sldId="286"/>
            <ac:spMk id="2" creationId="{5063F415-EED0-8419-83D8-5CC1B1B14CF2}"/>
          </ac:spMkLst>
        </pc:spChg>
        <pc:spChg chg="mod">
          <ac:chgData name="Kranz Marcel, CP-16" userId="7d03334c-65a1-4a05-a0d8-6e756b85f0e5" providerId="ADAL" clId="{6DBD3079-0851-47DC-9489-1AFB8D152AFD}" dt="2026-10-08T12:13:17.614" v="179" actId="554"/>
          <ac:spMkLst>
            <pc:docMk/>
            <pc:sldMk cId="1613391256" sldId="286"/>
            <ac:spMk id="4" creationId="{22069A06-198D-404C-FCF4-7A17AA324FDE}"/>
          </ac:spMkLst>
        </pc:spChg>
        <pc:spChg chg="mod">
          <ac:chgData name="Kranz Marcel, CP-16" userId="7d03334c-65a1-4a05-a0d8-6e756b85f0e5" providerId="ADAL" clId="{6DBD3079-0851-47DC-9489-1AFB8D152AFD}" dt="2026-10-08T12:12:14.788" v="173" actId="1076"/>
          <ac:spMkLst>
            <pc:docMk/>
            <pc:sldMk cId="1613391256" sldId="286"/>
            <ac:spMk id="5" creationId="{715C050C-7793-E90B-5800-6B224A505F3E}"/>
          </ac:spMkLst>
        </pc:spChg>
        <pc:spChg chg="mod">
          <ac:chgData name="Kranz Marcel, CP-16" userId="7d03334c-65a1-4a05-a0d8-6e756b85f0e5" providerId="ADAL" clId="{6DBD3079-0851-47DC-9489-1AFB8D152AFD}" dt="2026-10-08T12:13:17.614" v="179" actId="554"/>
          <ac:spMkLst>
            <pc:docMk/>
            <pc:sldMk cId="1613391256" sldId="286"/>
            <ac:spMk id="6" creationId="{1A7C0411-B268-B584-6FF5-EB35A0C22C65}"/>
          </ac:spMkLst>
        </pc:spChg>
        <pc:spChg chg="mod">
          <ac:chgData name="Kranz Marcel, CP-16" userId="7d03334c-65a1-4a05-a0d8-6e756b85f0e5" providerId="ADAL" clId="{6DBD3079-0851-47DC-9489-1AFB8D152AFD}" dt="2026-10-08T12:13:24.203" v="180" actId="1076"/>
          <ac:spMkLst>
            <pc:docMk/>
            <pc:sldMk cId="1613391256" sldId="286"/>
            <ac:spMk id="7" creationId="{AAEEE7A8-7BB7-8A8E-AFEA-F2A3213CEB89}"/>
          </ac:spMkLst>
        </pc:spChg>
        <pc:spChg chg="mod">
          <ac:chgData name="Kranz Marcel, CP-16" userId="7d03334c-65a1-4a05-a0d8-6e756b85f0e5" providerId="ADAL" clId="{6DBD3079-0851-47DC-9489-1AFB8D152AFD}" dt="2026-10-08T12:13:17.614" v="179" actId="554"/>
          <ac:spMkLst>
            <pc:docMk/>
            <pc:sldMk cId="1613391256" sldId="286"/>
            <ac:spMk id="8" creationId="{363C33F3-38BE-656E-81FB-6CC1B70CA491}"/>
          </ac:spMkLst>
        </pc:spChg>
        <pc:spChg chg="mod">
          <ac:chgData name="Kranz Marcel, CP-16" userId="7d03334c-65a1-4a05-a0d8-6e756b85f0e5" providerId="ADAL" clId="{6DBD3079-0851-47DC-9489-1AFB8D152AFD}" dt="2026-10-08T12:12:55.136" v="178" actId="1076"/>
          <ac:spMkLst>
            <pc:docMk/>
            <pc:sldMk cId="1613391256" sldId="286"/>
            <ac:spMk id="9" creationId="{9425A6DF-ACC4-2C4B-1F31-A1276FC4A946}"/>
          </ac:spMkLst>
        </pc:spChg>
        <pc:spChg chg="mod">
          <ac:chgData name="Kranz Marcel, CP-16" userId="7d03334c-65a1-4a05-a0d8-6e756b85f0e5" providerId="ADAL" clId="{6DBD3079-0851-47DC-9489-1AFB8D152AFD}" dt="2026-10-08T12:12:14.788" v="173" actId="1076"/>
          <ac:spMkLst>
            <pc:docMk/>
            <pc:sldMk cId="1613391256" sldId="286"/>
            <ac:spMk id="10" creationId="{C26D5481-F509-EFA6-030B-596724D5CA34}"/>
          </ac:spMkLst>
        </pc:spChg>
        <pc:spChg chg="mod">
          <ac:chgData name="Kranz Marcel, CP-16" userId="7d03334c-65a1-4a05-a0d8-6e756b85f0e5" providerId="ADAL" clId="{6DBD3079-0851-47DC-9489-1AFB8D152AFD}" dt="2026-10-08T12:12:14.788" v="173" actId="1076"/>
          <ac:spMkLst>
            <pc:docMk/>
            <pc:sldMk cId="1613391256" sldId="286"/>
            <ac:spMk id="11" creationId="{DA6C2B65-D77C-AE1D-B891-2A795454DBF2}"/>
          </ac:spMkLst>
        </pc:spChg>
        <pc:spChg chg="mod">
          <ac:chgData name="Kranz Marcel, CP-16" userId="7d03334c-65a1-4a05-a0d8-6e756b85f0e5" providerId="ADAL" clId="{6DBD3079-0851-47DC-9489-1AFB8D152AFD}" dt="2026-10-08T12:11:05.888" v="168" actId="313"/>
          <ac:spMkLst>
            <pc:docMk/>
            <pc:sldMk cId="1613391256" sldId="286"/>
            <ac:spMk id="18" creationId="{B957FE63-41F6-3C0E-D2C7-0B82FAF036AB}"/>
          </ac:spMkLst>
        </pc:spChg>
        <pc:spChg chg="mod">
          <ac:chgData name="Kranz Marcel, CP-16" userId="7d03334c-65a1-4a05-a0d8-6e756b85f0e5" providerId="ADAL" clId="{6DBD3079-0851-47DC-9489-1AFB8D152AFD}" dt="2026-10-08T12:10:40.157" v="123" actId="20577"/>
          <ac:spMkLst>
            <pc:docMk/>
            <pc:sldMk cId="1613391256" sldId="286"/>
            <ac:spMk id="20" creationId="{581323A8-14C5-ECB6-4A5C-FCB77913F3E2}"/>
          </ac:spMkLst>
        </pc:spChg>
        <pc:spChg chg="mod">
          <ac:chgData name="Kranz Marcel, CP-16" userId="7d03334c-65a1-4a05-a0d8-6e756b85f0e5" providerId="ADAL" clId="{6DBD3079-0851-47DC-9489-1AFB8D152AFD}" dt="2026-10-08T12:10:17.054" v="105" actId="20577"/>
          <ac:spMkLst>
            <pc:docMk/>
            <pc:sldMk cId="1613391256" sldId="286"/>
            <ac:spMk id="331" creationId="{DE6C4BFE-BB74-2B17-C705-8C3E86FE0EC8}"/>
          </ac:spMkLst>
        </pc:spChg>
        <pc:picChg chg="mod">
          <ac:chgData name="Kranz Marcel, CP-16" userId="7d03334c-65a1-4a05-a0d8-6e756b85f0e5" providerId="ADAL" clId="{6DBD3079-0851-47DC-9489-1AFB8D152AFD}" dt="2026-10-08T12:24:38.796" v="415" actId="1076"/>
          <ac:picMkLst>
            <pc:docMk/>
            <pc:sldMk cId="1613391256" sldId="286"/>
            <ac:picMk id="27" creationId="{00000000-0000-0000-0000-000000000000}"/>
          </ac:picMkLst>
        </pc:picChg>
        <pc:cxnChg chg="mod">
          <ac:chgData name="Kranz Marcel, CP-16" userId="7d03334c-65a1-4a05-a0d8-6e756b85f0e5" providerId="ADAL" clId="{6DBD3079-0851-47DC-9489-1AFB8D152AFD}" dt="2026-10-08T12:12:42.938" v="177" actId="13822"/>
          <ac:cxnSpMkLst>
            <pc:docMk/>
            <pc:sldMk cId="1613391256" sldId="286"/>
            <ac:cxnSpMk id="12" creationId="{F7CA6734-784A-390F-314B-409760565016}"/>
          </ac:cxnSpMkLst>
        </pc:cxnChg>
        <pc:cxnChg chg="add mod">
          <ac:chgData name="Kranz Marcel, CP-16" userId="7d03334c-65a1-4a05-a0d8-6e756b85f0e5" providerId="ADAL" clId="{6DBD3079-0851-47DC-9489-1AFB8D152AFD}" dt="2026-10-08T12:12:35.572" v="176"/>
          <ac:cxnSpMkLst>
            <pc:docMk/>
            <pc:sldMk cId="1613391256" sldId="286"/>
            <ac:cxnSpMk id="25" creationId="{DF0C0016-4009-A283-1535-CD6D6F7774CA}"/>
          </ac:cxnSpMkLst>
        </pc:cxnChg>
      </pc:sldChg>
      <pc:sldChg chg="modSp mod">
        <pc:chgData name="Kranz Marcel, CP-16" userId="7d03334c-65a1-4a05-a0d8-6e756b85f0e5" providerId="ADAL" clId="{6DBD3079-0851-47DC-9489-1AFB8D152AFD}" dt="2026-10-08T13:05:01.596" v="561" actId="20577"/>
        <pc:sldMkLst>
          <pc:docMk/>
          <pc:sldMk cId="3718613615" sldId="287"/>
        </pc:sldMkLst>
        <pc:spChg chg="mod">
          <ac:chgData name="Kranz Marcel, CP-16" userId="7d03334c-65a1-4a05-a0d8-6e756b85f0e5" providerId="ADAL" clId="{6DBD3079-0851-47DC-9489-1AFB8D152AFD}" dt="2026-10-08T13:05:01.596" v="561" actId="20577"/>
          <ac:spMkLst>
            <pc:docMk/>
            <pc:sldMk cId="3718613615" sldId="287"/>
            <ac:spMk id="2" creationId="{F3DDBDB1-3ABE-EBDF-32F2-31AAF9E6681E}"/>
          </ac:spMkLst>
        </pc:spChg>
      </pc:sldChg>
      <pc:sldChg chg="addSp delSp modSp add mod ord">
        <pc:chgData name="Kranz Marcel, CP-16" userId="7d03334c-65a1-4a05-a0d8-6e756b85f0e5" providerId="ADAL" clId="{6DBD3079-0851-47DC-9489-1AFB8D152AFD}" dt="2026-10-08T12:29:36.572" v="508" actId="1076"/>
        <pc:sldMkLst>
          <pc:docMk/>
          <pc:sldMk cId="62052574" sldId="288"/>
        </pc:sldMkLst>
        <pc:spChg chg="add mod">
          <ac:chgData name="Kranz Marcel, CP-16" userId="7d03334c-65a1-4a05-a0d8-6e756b85f0e5" providerId="ADAL" clId="{6DBD3079-0851-47DC-9489-1AFB8D152AFD}" dt="2026-10-08T12:23:45.536" v="410" actId="1076"/>
          <ac:spMkLst>
            <pc:docMk/>
            <pc:sldMk cId="62052574" sldId="288"/>
            <ac:spMk id="2" creationId="{E0AA5388-F0BB-1E37-2FBC-8EF92CCC3695}"/>
          </ac:spMkLst>
        </pc:spChg>
        <pc:spChg chg="add mod">
          <ac:chgData name="Kranz Marcel, CP-16" userId="7d03334c-65a1-4a05-a0d8-6e756b85f0e5" providerId="ADAL" clId="{6DBD3079-0851-47DC-9489-1AFB8D152AFD}" dt="2026-10-08T12:28:04.492" v="474" actId="571"/>
          <ac:spMkLst>
            <pc:docMk/>
            <pc:sldMk cId="62052574" sldId="288"/>
            <ac:spMk id="3" creationId="{9E764B02-7DFF-218E-9535-D0E22DEFC4F5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133" creationId="{0F88A928-0C29-1902-CEE0-9770789DC4D0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140" creationId="{05286DA5-B61B-14F8-E548-BC7D70B25CC3}"/>
          </ac:spMkLst>
        </pc:spChg>
        <pc:spChg chg="mod">
          <ac:chgData name="Kranz Marcel, CP-16" userId="7d03334c-65a1-4a05-a0d8-6e756b85f0e5" providerId="ADAL" clId="{6DBD3079-0851-47DC-9489-1AFB8D152AFD}" dt="2026-10-08T12:23:45.536" v="410" actId="1076"/>
          <ac:spMkLst>
            <pc:docMk/>
            <pc:sldMk cId="62052574" sldId="288"/>
            <ac:spMk id="145" creationId="{90F1DDCE-2EDD-8392-E934-55C695195AE1}"/>
          </ac:spMkLst>
        </pc:spChg>
        <pc:spChg chg="mod">
          <ac:chgData name="Kranz Marcel, CP-16" userId="7d03334c-65a1-4a05-a0d8-6e756b85f0e5" providerId="ADAL" clId="{6DBD3079-0851-47DC-9489-1AFB8D152AFD}" dt="2026-10-08T12:23:45.536" v="410" actId="1076"/>
          <ac:spMkLst>
            <pc:docMk/>
            <pc:sldMk cId="62052574" sldId="288"/>
            <ac:spMk id="146" creationId="{6C818041-6ACD-E420-FCDE-4D08176D8DB7}"/>
          </ac:spMkLst>
        </pc:spChg>
        <pc:spChg chg="mod">
          <ac:chgData name="Kranz Marcel, CP-16" userId="7d03334c-65a1-4a05-a0d8-6e756b85f0e5" providerId="ADAL" clId="{6DBD3079-0851-47DC-9489-1AFB8D152AFD}" dt="2026-10-08T12:23:45.536" v="410" actId="1076"/>
          <ac:spMkLst>
            <pc:docMk/>
            <pc:sldMk cId="62052574" sldId="288"/>
            <ac:spMk id="147" creationId="{574C2ABC-40DC-B29C-2176-D711FA4686A3}"/>
          </ac:spMkLst>
        </pc:spChg>
        <pc:spChg chg="mod">
          <ac:chgData name="Kranz Marcel, CP-16" userId="7d03334c-65a1-4a05-a0d8-6e756b85f0e5" providerId="ADAL" clId="{6DBD3079-0851-47DC-9489-1AFB8D152AFD}" dt="2026-10-08T12:23:45.536" v="410" actId="1076"/>
          <ac:spMkLst>
            <pc:docMk/>
            <pc:sldMk cId="62052574" sldId="288"/>
            <ac:spMk id="148" creationId="{3B2A32B2-8CB4-69A2-49CE-053882AED9FD}"/>
          </ac:spMkLst>
        </pc:spChg>
        <pc:spChg chg="del">
          <ac:chgData name="Kranz Marcel, CP-16" userId="7d03334c-65a1-4a05-a0d8-6e756b85f0e5" providerId="ADAL" clId="{6DBD3079-0851-47DC-9489-1AFB8D152AFD}" dt="2026-10-08T12:21:26.233" v="406" actId="478"/>
          <ac:spMkLst>
            <pc:docMk/>
            <pc:sldMk cId="62052574" sldId="288"/>
            <ac:spMk id="149" creationId="{21571E66-29EE-020A-6501-027436759E8D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150" creationId="{6C5AF362-0958-1883-1EC6-1DA8FF3DE7C1}"/>
          </ac:spMkLst>
        </pc:spChg>
        <pc:spChg chg="mod">
          <ac:chgData name="Kranz Marcel, CP-16" userId="7d03334c-65a1-4a05-a0d8-6e756b85f0e5" providerId="ADAL" clId="{6DBD3079-0851-47DC-9489-1AFB8D152AFD}" dt="2026-10-08T12:21:20.214" v="405" actId="6549"/>
          <ac:spMkLst>
            <pc:docMk/>
            <pc:sldMk cId="62052574" sldId="288"/>
            <ac:spMk id="151" creationId="{D53A6743-EBA5-1737-25C9-67EA1B5EA204}"/>
          </ac:spMkLst>
        </pc:spChg>
        <pc:spChg chg="mod">
          <ac:chgData name="Kranz Marcel, CP-16" userId="7d03334c-65a1-4a05-a0d8-6e756b85f0e5" providerId="ADAL" clId="{6DBD3079-0851-47DC-9489-1AFB8D152AFD}" dt="2026-10-08T12:19:46.366" v="388" actId="1076"/>
          <ac:spMkLst>
            <pc:docMk/>
            <pc:sldMk cId="62052574" sldId="288"/>
            <ac:spMk id="152" creationId="{35D5EC35-9BB7-B631-23A9-D8E766412206}"/>
          </ac:spMkLst>
        </pc:spChg>
        <pc:spChg chg="mod">
          <ac:chgData name="Kranz Marcel, CP-16" userId="7d03334c-65a1-4a05-a0d8-6e756b85f0e5" providerId="ADAL" clId="{6DBD3079-0851-47DC-9489-1AFB8D152AFD}" dt="2026-10-08T12:27:07.304" v="458" actId="1076"/>
          <ac:spMkLst>
            <pc:docMk/>
            <pc:sldMk cId="62052574" sldId="288"/>
            <ac:spMk id="153" creationId="{44043588-223A-29CE-C5F7-D79B976CD7E3}"/>
          </ac:spMkLst>
        </pc:spChg>
        <pc:spChg chg="mod">
          <ac:chgData name="Kranz Marcel, CP-16" userId="7d03334c-65a1-4a05-a0d8-6e756b85f0e5" providerId="ADAL" clId="{6DBD3079-0851-47DC-9489-1AFB8D152AFD}" dt="2026-10-08T12:27:11.730" v="459" actId="1076"/>
          <ac:spMkLst>
            <pc:docMk/>
            <pc:sldMk cId="62052574" sldId="288"/>
            <ac:spMk id="154" creationId="{81D8473A-06BD-2F6F-7080-DA47C03CB579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156" creationId="{DD4D8A8A-3C76-3422-09BF-07FC373D6584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157" creationId="{2A6E93D8-2BB5-8576-914D-2AB90C3A9F7B}"/>
          </ac:spMkLst>
        </pc:spChg>
        <pc:spChg chg="del mod">
          <ac:chgData name="Kranz Marcel, CP-16" userId="7d03334c-65a1-4a05-a0d8-6e756b85f0e5" providerId="ADAL" clId="{6DBD3079-0851-47DC-9489-1AFB8D152AFD}" dt="2026-10-08T12:20:44.507" v="398"/>
          <ac:spMkLst>
            <pc:docMk/>
            <pc:sldMk cId="62052574" sldId="288"/>
            <ac:spMk id="158" creationId="{68CCB4D0-E0A8-D459-243A-0343E57CE70E}"/>
          </ac:spMkLst>
        </pc:spChg>
        <pc:spChg chg="mod">
          <ac:chgData name="Kranz Marcel, CP-16" userId="7d03334c-65a1-4a05-a0d8-6e756b85f0e5" providerId="ADAL" clId="{6DBD3079-0851-47DC-9489-1AFB8D152AFD}" dt="2026-10-08T12:23:45.536" v="410" actId="1076"/>
          <ac:spMkLst>
            <pc:docMk/>
            <pc:sldMk cId="62052574" sldId="288"/>
            <ac:spMk id="159" creationId="{E19C9B92-CA38-72C7-4227-2AB534008DB0}"/>
          </ac:spMkLst>
        </pc:spChg>
        <pc:spChg chg="del">
          <ac:chgData name="Kranz Marcel, CP-16" userId="7d03334c-65a1-4a05-a0d8-6e756b85f0e5" providerId="ADAL" clId="{6DBD3079-0851-47DC-9489-1AFB8D152AFD}" dt="2026-10-08T12:21:28.183" v="407" actId="478"/>
          <ac:spMkLst>
            <pc:docMk/>
            <pc:sldMk cId="62052574" sldId="288"/>
            <ac:spMk id="160" creationId="{0F84B490-5CF4-F200-B3CA-6FECB24EFC22}"/>
          </ac:spMkLst>
        </pc:spChg>
        <pc:spChg chg="mod">
          <ac:chgData name="Kranz Marcel, CP-16" userId="7d03334c-65a1-4a05-a0d8-6e756b85f0e5" providerId="ADAL" clId="{6DBD3079-0851-47DC-9489-1AFB8D152AFD}" dt="2026-10-08T12:29:31.921" v="507" actId="1076"/>
          <ac:spMkLst>
            <pc:docMk/>
            <pc:sldMk cId="62052574" sldId="288"/>
            <ac:spMk id="161" creationId="{27CD09D3-D73E-88E4-DC02-C36C893672F9}"/>
          </ac:spMkLst>
        </pc:spChg>
        <pc:spChg chg="mod">
          <ac:chgData name="Kranz Marcel, CP-16" userId="7d03334c-65a1-4a05-a0d8-6e756b85f0e5" providerId="ADAL" clId="{6DBD3079-0851-47DC-9489-1AFB8D152AFD}" dt="2026-10-08T12:29:16.463" v="505" actId="1076"/>
          <ac:spMkLst>
            <pc:docMk/>
            <pc:sldMk cId="62052574" sldId="288"/>
            <ac:spMk id="162" creationId="{E48BDDD2-4D8D-482E-0DC8-8517715914CD}"/>
          </ac:spMkLst>
        </pc:spChg>
        <pc:spChg chg="del">
          <ac:chgData name="Kranz Marcel, CP-16" userId="7d03334c-65a1-4a05-a0d8-6e756b85f0e5" providerId="ADAL" clId="{6DBD3079-0851-47DC-9489-1AFB8D152AFD}" dt="2026-10-08T12:18:19.185" v="374" actId="478"/>
          <ac:spMkLst>
            <pc:docMk/>
            <pc:sldMk cId="62052574" sldId="288"/>
            <ac:spMk id="163" creationId="{CF92E650-2D8C-8DC9-6C27-9D6ABA377579}"/>
          </ac:spMkLst>
        </pc:spChg>
        <pc:spChg chg="del">
          <ac:chgData name="Kranz Marcel, CP-16" userId="7d03334c-65a1-4a05-a0d8-6e756b85f0e5" providerId="ADAL" clId="{6DBD3079-0851-47DC-9489-1AFB8D152AFD}" dt="2026-10-08T12:18:19.185" v="374" actId="478"/>
          <ac:spMkLst>
            <pc:docMk/>
            <pc:sldMk cId="62052574" sldId="288"/>
            <ac:spMk id="164" creationId="{A38B33CB-4B95-BD30-0D41-5171DBA95CC4}"/>
          </ac:spMkLst>
        </pc:spChg>
        <pc:spChg chg="del">
          <ac:chgData name="Kranz Marcel, CP-16" userId="7d03334c-65a1-4a05-a0d8-6e756b85f0e5" providerId="ADAL" clId="{6DBD3079-0851-47DC-9489-1AFB8D152AFD}" dt="2026-10-08T12:18:19.185" v="374" actId="478"/>
          <ac:spMkLst>
            <pc:docMk/>
            <pc:sldMk cId="62052574" sldId="288"/>
            <ac:spMk id="165" creationId="{B3012591-93E5-8802-D5AE-3F072254408C}"/>
          </ac:spMkLst>
        </pc:spChg>
        <pc:spChg chg="del">
          <ac:chgData name="Kranz Marcel, CP-16" userId="7d03334c-65a1-4a05-a0d8-6e756b85f0e5" providerId="ADAL" clId="{6DBD3079-0851-47DC-9489-1AFB8D152AFD}" dt="2026-10-08T12:18:19.185" v="374" actId="478"/>
          <ac:spMkLst>
            <pc:docMk/>
            <pc:sldMk cId="62052574" sldId="288"/>
            <ac:spMk id="166" creationId="{E7BACAB2-9139-B1F1-249D-B5152A8E3898}"/>
          </ac:spMkLst>
        </pc:spChg>
        <pc:spChg chg="del">
          <ac:chgData name="Kranz Marcel, CP-16" userId="7d03334c-65a1-4a05-a0d8-6e756b85f0e5" providerId="ADAL" clId="{6DBD3079-0851-47DC-9489-1AFB8D152AFD}" dt="2026-10-08T12:18:19.185" v="374" actId="478"/>
          <ac:spMkLst>
            <pc:docMk/>
            <pc:sldMk cId="62052574" sldId="288"/>
            <ac:spMk id="174" creationId="{4CB9E005-CBA0-997B-FA59-6DA6189EE474}"/>
          </ac:spMkLst>
        </pc:spChg>
        <pc:spChg chg="mod">
          <ac:chgData name="Kranz Marcel, CP-16" userId="7d03334c-65a1-4a05-a0d8-6e756b85f0e5" providerId="ADAL" clId="{6DBD3079-0851-47DC-9489-1AFB8D152AFD}" dt="2026-10-08T12:29:13.740" v="504" actId="1076"/>
          <ac:spMkLst>
            <pc:docMk/>
            <pc:sldMk cId="62052574" sldId="288"/>
            <ac:spMk id="175" creationId="{C8D69F62-E212-4FFE-7834-D48BA174FA1A}"/>
          </ac:spMkLst>
        </pc:spChg>
        <pc:spChg chg="mod">
          <ac:chgData name="Kranz Marcel, CP-16" userId="7d03334c-65a1-4a05-a0d8-6e756b85f0e5" providerId="ADAL" clId="{6DBD3079-0851-47DC-9489-1AFB8D152AFD}" dt="2026-10-08T12:26:08.745" v="444" actId="1076"/>
          <ac:spMkLst>
            <pc:docMk/>
            <pc:sldMk cId="62052574" sldId="288"/>
            <ac:spMk id="176" creationId="{77420320-5694-6C74-1449-998A158AE070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177" creationId="{5E2C6A08-A029-ADE5-8FA6-AEF22B39687A}"/>
          </ac:spMkLst>
        </pc:spChg>
        <pc:spChg chg="mod">
          <ac:chgData name="Kranz Marcel, CP-16" userId="7d03334c-65a1-4a05-a0d8-6e756b85f0e5" providerId="ADAL" clId="{6DBD3079-0851-47DC-9489-1AFB8D152AFD}" dt="2026-10-08T12:27:27.289" v="465" actId="20577"/>
          <ac:spMkLst>
            <pc:docMk/>
            <pc:sldMk cId="62052574" sldId="288"/>
            <ac:spMk id="178" creationId="{6446A95D-42F7-9897-E28A-7B192BE5C88D}"/>
          </ac:spMkLst>
        </pc:spChg>
        <pc:spChg chg="del mod">
          <ac:chgData name="Kranz Marcel, CP-16" userId="7d03334c-65a1-4a05-a0d8-6e756b85f0e5" providerId="ADAL" clId="{6DBD3079-0851-47DC-9489-1AFB8D152AFD}" dt="2026-10-08T12:18:45.033" v="380" actId="478"/>
          <ac:spMkLst>
            <pc:docMk/>
            <pc:sldMk cId="62052574" sldId="288"/>
            <ac:spMk id="179" creationId="{CE59275A-27AF-4347-1594-6C1CFD1DEBB2}"/>
          </ac:spMkLst>
        </pc:spChg>
        <pc:spChg chg="del">
          <ac:chgData name="Kranz Marcel, CP-16" userId="7d03334c-65a1-4a05-a0d8-6e756b85f0e5" providerId="ADAL" clId="{6DBD3079-0851-47DC-9489-1AFB8D152AFD}" dt="2026-10-08T12:21:01.889" v="400" actId="478"/>
          <ac:spMkLst>
            <pc:docMk/>
            <pc:sldMk cId="62052574" sldId="288"/>
            <ac:spMk id="180" creationId="{7DAA6D4F-A01C-74D8-D5BB-0016129FF8FC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194" creationId="{9AF9CAEC-AC9B-3B92-91F1-DB102EC352FB}"/>
          </ac:spMkLst>
        </pc:spChg>
        <pc:spChg chg="mod">
          <ac:chgData name="Kranz Marcel, CP-16" userId="7d03334c-65a1-4a05-a0d8-6e756b85f0e5" providerId="ADAL" clId="{6DBD3079-0851-47DC-9489-1AFB8D152AFD}" dt="2026-10-08T12:23:45.536" v="410" actId="1076"/>
          <ac:spMkLst>
            <pc:docMk/>
            <pc:sldMk cId="62052574" sldId="288"/>
            <ac:spMk id="214" creationId="{8C501D49-DAA0-3A0D-B721-D838C707C5DE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215" creationId="{73AF005B-AEAA-A506-7B10-D377C102E05A}"/>
          </ac:spMkLst>
        </pc:spChg>
        <pc:spChg chg="mod">
          <ac:chgData name="Kranz Marcel, CP-16" userId="7d03334c-65a1-4a05-a0d8-6e756b85f0e5" providerId="ADAL" clId="{6DBD3079-0851-47DC-9489-1AFB8D152AFD}" dt="2026-10-08T12:28:52.564" v="499" actId="1076"/>
          <ac:spMkLst>
            <pc:docMk/>
            <pc:sldMk cId="62052574" sldId="288"/>
            <ac:spMk id="245" creationId="{6F07DB28-BDEE-12EA-BF8E-6D35820AFF0F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246" creationId="{7A358915-FED6-E513-8DD1-0A2AA5AB58F4}"/>
          </ac:spMkLst>
        </pc:spChg>
        <pc:spChg chg="mod">
          <ac:chgData name="Kranz Marcel, CP-16" userId="7d03334c-65a1-4a05-a0d8-6e756b85f0e5" providerId="ADAL" clId="{6DBD3079-0851-47DC-9489-1AFB8D152AFD}" dt="2026-10-08T12:21:42.010" v="409" actId="113"/>
          <ac:spMkLst>
            <pc:docMk/>
            <pc:sldMk cId="62052574" sldId="288"/>
            <ac:spMk id="247" creationId="{29E1C60B-4FB2-D711-1BAC-7B3AA44D4541}"/>
          </ac:spMkLst>
        </pc:spChg>
        <pc:spChg chg="mod">
          <ac:chgData name="Kranz Marcel, CP-16" userId="7d03334c-65a1-4a05-a0d8-6e756b85f0e5" providerId="ADAL" clId="{6DBD3079-0851-47DC-9489-1AFB8D152AFD}" dt="2026-10-08T12:29:36.572" v="508" actId="1076"/>
          <ac:spMkLst>
            <pc:docMk/>
            <pc:sldMk cId="62052574" sldId="288"/>
            <ac:spMk id="248" creationId="{F8770F13-8A6F-22ED-826E-0A0E43CE91DF}"/>
          </ac:spMkLst>
        </pc:spChg>
        <pc:spChg chg="mod">
          <ac:chgData name="Kranz Marcel, CP-16" userId="7d03334c-65a1-4a05-a0d8-6e756b85f0e5" providerId="ADAL" clId="{6DBD3079-0851-47DC-9489-1AFB8D152AFD}" dt="2026-10-08T12:28:55.016" v="500" actId="20577"/>
          <ac:spMkLst>
            <pc:docMk/>
            <pc:sldMk cId="62052574" sldId="288"/>
            <ac:spMk id="249" creationId="{DDB37A57-0DE4-35ED-312A-553FFFF8E7EC}"/>
          </ac:spMkLst>
        </pc:spChg>
        <pc:spChg chg="mod">
          <ac:chgData name="Kranz Marcel, CP-16" userId="7d03334c-65a1-4a05-a0d8-6e756b85f0e5" providerId="ADAL" clId="{6DBD3079-0851-47DC-9489-1AFB8D152AFD}" dt="2026-10-08T12:18:05.497" v="373" actId="20577"/>
          <ac:spMkLst>
            <pc:docMk/>
            <pc:sldMk cId="62052574" sldId="288"/>
            <ac:spMk id="250" creationId="{06C09014-CF1E-A7AD-7F2F-7AA18C8C4182}"/>
          </ac:spMkLst>
        </pc:spChg>
        <pc:spChg chg="mod">
          <ac:chgData name="Kranz Marcel, CP-16" userId="7d03334c-65a1-4a05-a0d8-6e756b85f0e5" providerId="ADAL" clId="{6DBD3079-0851-47DC-9489-1AFB8D152AFD}" dt="2026-10-08T12:27:33.662" v="466" actId="1076"/>
          <ac:spMkLst>
            <pc:docMk/>
            <pc:sldMk cId="62052574" sldId="288"/>
            <ac:spMk id="263" creationId="{07EFB147-B1A5-DA6E-B007-4AA64997E368}"/>
          </ac:spMkLst>
        </pc:spChg>
        <pc:spChg chg="del">
          <ac:chgData name="Kranz Marcel, CP-16" userId="7d03334c-65a1-4a05-a0d8-6e756b85f0e5" providerId="ADAL" clId="{6DBD3079-0851-47DC-9489-1AFB8D152AFD}" dt="2026-10-08T12:21:31.285" v="408" actId="478"/>
          <ac:spMkLst>
            <pc:docMk/>
            <pc:sldMk cId="62052574" sldId="288"/>
            <ac:spMk id="266" creationId="{F5CEBA18-0DE6-A160-137F-6A92A9858605}"/>
          </ac:spMkLst>
        </pc:spChg>
        <pc:grpChg chg="mod">
          <ac:chgData name="Kranz Marcel, CP-16" userId="7d03334c-65a1-4a05-a0d8-6e756b85f0e5" providerId="ADAL" clId="{6DBD3079-0851-47DC-9489-1AFB8D152AFD}" dt="2026-10-08T12:27:33.662" v="466" actId="1076"/>
          <ac:grpSpMkLst>
            <pc:docMk/>
            <pc:sldMk cId="62052574" sldId="288"/>
            <ac:grpSpMk id="181" creationId="{BC47B9CA-1E62-52F1-4629-948D0D8B5D67}"/>
          </ac:grpSpMkLst>
        </pc:grpChg>
        <pc:cxnChg chg="mod">
          <ac:chgData name="Kranz Marcel, CP-16" userId="7d03334c-65a1-4a05-a0d8-6e756b85f0e5" providerId="ADAL" clId="{6DBD3079-0851-47DC-9489-1AFB8D152AFD}" dt="2026-10-08T12:23:49.155" v="411" actId="1076"/>
          <ac:cxnSpMkLst>
            <pc:docMk/>
            <pc:sldMk cId="62052574" sldId="288"/>
            <ac:cxnSpMk id="241" creationId="{BF89796E-6674-3F73-E794-E1DFF115986F}"/>
          </ac:cxnSpMkLst>
        </pc:cxnChg>
      </pc:sldChg>
      <pc:sldChg chg="addSp delSp modSp add mod">
        <pc:chgData name="Kranz Marcel, CP-16" userId="7d03334c-65a1-4a05-a0d8-6e756b85f0e5" providerId="ADAL" clId="{6DBD3079-0851-47DC-9489-1AFB8D152AFD}" dt="2026-10-08T13:05:25.365" v="564" actId="478"/>
        <pc:sldMkLst>
          <pc:docMk/>
          <pc:sldMk cId="2536507012" sldId="289"/>
        </pc:sldMkLst>
        <pc:spChg chg="del">
          <ac:chgData name="Kranz Marcel, CP-16" userId="7d03334c-65a1-4a05-a0d8-6e756b85f0e5" providerId="ADAL" clId="{6DBD3079-0851-47DC-9489-1AFB8D152AFD}" dt="2026-10-08T13:05:21.546" v="563" actId="478"/>
          <ac:spMkLst>
            <pc:docMk/>
            <pc:sldMk cId="2536507012" sldId="289"/>
            <ac:spMk id="2" creationId="{C804A703-679B-A558-D43F-442168EBF155}"/>
          </ac:spMkLst>
        </pc:spChg>
        <pc:spChg chg="add del mod">
          <ac:chgData name="Kranz Marcel, CP-16" userId="7d03334c-65a1-4a05-a0d8-6e756b85f0e5" providerId="ADAL" clId="{6DBD3079-0851-47DC-9489-1AFB8D152AFD}" dt="2026-10-08T13:05:25.365" v="564" actId="478"/>
          <ac:spMkLst>
            <pc:docMk/>
            <pc:sldMk cId="2536507012" sldId="289"/>
            <ac:spMk id="4" creationId="{4A68AD54-B9C7-076C-26FA-D7C62B4A5D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>
                <a:latin typeface="BMWGroupTN Condensed" pitchFamily="50" charset="0"/>
              </a:rPr>
              <a:t>10.10.26</a:t>
            </a:fld>
            <a:endParaRPr lang="de-DE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>
                <a:latin typeface="BMWGroupTN Condensed" pitchFamily="50" charset="0"/>
              </a:rPr>
              <a:t>‹Nr.›</a:t>
            </a:fld>
            <a:endParaRPr lang="de-DE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724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C138-0CB0-48D5-FFC9-1BD04424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257DE8-75BA-4EEC-479E-77BEDE14D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FDD6ED-19E3-C959-31E3-0D414EF31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30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701C665-C272-490E-8A21-0107CBA54E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291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E701C665-C272-490E-8A21-0107CBA54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err="1"/>
              <a:t>Dept</a:t>
            </a:r>
            <a:r>
              <a:rPr lang="de-DE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presentation title, two lines maximum.</a:t>
            </a:r>
            <a:br>
              <a:rPr lang="en-US" noProof="0"/>
            </a:br>
            <a:r>
              <a:rPr lang="en-US" noProof="0"/>
              <a:t>text can be moved vertically.</a:t>
            </a:r>
            <a:endParaRPr lang="de-DE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err="1"/>
              <a:t>SubTitle</a:t>
            </a:r>
            <a:r>
              <a:rPr lang="de-DE" noProof="0"/>
              <a:t>,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</a:t>
            </a:r>
            <a:r>
              <a:rPr lang="en-US" noProof="0"/>
              <a:t>maximum</a:t>
            </a:r>
            <a:r>
              <a:rPr lang="de-DE" noProof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Grp="1" noChangeAspect="1"/>
          </p:cNvSpPr>
          <p:nvPr>
            <p:ph type="dgm" sz="quarter" idx="23" hasCustomPrompt="1"/>
          </p:nvPr>
        </p:nvSpPr>
        <p:spPr>
          <a:xfrm>
            <a:off x="9947294" y="572400"/>
            <a:ext cx="1672306" cy="57240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8B21A6-8453-43A9-BD65-C40990DB6E0F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EF5BEF2A-9A1E-4EAC-B0F5-2DDB471F4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no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err="1"/>
              <a:t>Divider</a:t>
            </a:r>
            <a:r>
              <a:rPr lang="de-DE" noProof="0"/>
              <a:t>.</a:t>
            </a:r>
            <a:br>
              <a:rPr lang="de-DE" noProof="0"/>
            </a:br>
            <a:r>
              <a:rPr lang="de-DE" noProof="0" err="1"/>
              <a:t>Coloured</a:t>
            </a:r>
            <a:r>
              <a:rPr lang="de-DE" noProof="0"/>
              <a:t> Area </a:t>
            </a:r>
            <a:r>
              <a:rPr lang="de-DE" noProof="0" err="1"/>
              <a:t>or</a:t>
            </a:r>
            <a:r>
              <a:rPr lang="de-DE" noProof="0"/>
              <a:t> </a:t>
            </a:r>
            <a:br>
              <a:rPr lang="de-DE" noProof="0"/>
            </a:br>
            <a:r>
              <a:rPr lang="de-DE" noProof="0"/>
              <a:t>Picture on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right</a:t>
            </a:r>
            <a:r>
              <a:rPr lang="de-DE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EE7053F-DB9B-44B2-AD0F-3AB1F6CB5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568A48D-FC8F-4A69-A7C6-8F5625DC62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3978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568A48D-FC8F-4A69-A7C6-8F5625DC6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04" userDrawn="1">
          <p15:clr>
            <a:srgbClr val="FBAE40"/>
          </p15:clr>
        </p15:guide>
        <p15:guide id="12" pos="3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5D995C9-90CA-4EE8-9DD8-83F674139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02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5D995C9-90CA-4EE8-9DD8-83F674139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>
          <p15:clr>
            <a:srgbClr val="FBAE40"/>
          </p15:clr>
        </p15:guide>
        <p15:guide id="2" pos="2712">
          <p15:clr>
            <a:srgbClr val="FBAE40"/>
          </p15:clr>
        </p15:guide>
        <p15:guide id="3" pos="5118">
          <p15:clr>
            <a:srgbClr val="FBAE40"/>
          </p15:clr>
        </p15:guide>
        <p15:guide id="4" pos="4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A87CDE6-4D31-464C-B238-7EB6F6DBD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81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A87CDE6-4D31-464C-B238-7EB6F6DBD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111">
          <p15:clr>
            <a:srgbClr val="FBAE40"/>
          </p15:clr>
        </p15:guide>
        <p15:guide id="3" pos="3771">
          <p15:clr>
            <a:srgbClr val="FBAE40"/>
          </p15:clr>
        </p15:guide>
        <p15:guide id="4" pos="3915">
          <p15:clr>
            <a:srgbClr val="FBAE40"/>
          </p15:clr>
        </p15:guide>
        <p15:guide id="5" pos="5576">
          <p15:clr>
            <a:srgbClr val="FBAE40"/>
          </p15:clr>
        </p15:guide>
        <p15:guide id="6" pos="57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5645238-9DEC-4A72-9BA1-F517092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1CCC0F5-E43D-4616-B7C4-E058ADB68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9873D050-8C41-4684-9B1D-81971AB5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7C54160-9C46-4866-882D-50B5C096B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562CC6E-EDA2-4F9E-A09B-A2E54AB18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8D39B1E-A015-4084-940D-8BBABCAAC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31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F2FD9A65-9362-4228-B368-164FA84D1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E3B85CB-7648-45C2-8AA4-9F501EFD0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8ECEF4E8-D1ED-4741-8EA5-2F059DE1A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58C59CFA-1435-478E-96A7-9D9FDB54C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1DD4F3-1611-4813-B014-B6F6B1F774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All Caps.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r>
              <a:rPr lang="de-DE" noProof="0"/>
              <a:t>.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insert</a:t>
            </a:r>
            <a:r>
              <a:rPr lang="de-DE" noProof="0"/>
              <a:t> </a:t>
            </a:r>
            <a:r>
              <a:rPr lang="de-DE" noProof="0" err="1"/>
              <a:t>content</a:t>
            </a:r>
            <a:r>
              <a:rPr lang="de-DE" noProof="0"/>
              <a:t> like a </a:t>
            </a:r>
            <a:r>
              <a:rPr lang="de-DE" noProof="0" err="1"/>
              <a:t>table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diagram</a:t>
            </a:r>
            <a:r>
              <a:rPr lang="de-DE" noProof="0"/>
              <a:t> just </a:t>
            </a:r>
            <a:r>
              <a:rPr lang="de-DE" noProof="0" err="1"/>
              <a:t>click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icon</a:t>
            </a:r>
            <a:r>
              <a:rPr lang="de-DE" noProof="0"/>
              <a:t> in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middle</a:t>
            </a:r>
            <a:r>
              <a:rPr lang="de-DE" noProof="0"/>
              <a:t> </a:t>
            </a:r>
            <a:r>
              <a:rPr lang="de-DE" noProof="0" err="1"/>
              <a:t>of</a:t>
            </a:r>
            <a:r>
              <a:rPr lang="de-DE" noProof="0"/>
              <a:t> </a:t>
            </a:r>
            <a:r>
              <a:rPr lang="de-DE" noProof="0" err="1"/>
              <a:t>the</a:t>
            </a:r>
            <a:r>
              <a:rPr lang="de-DE" noProof="0"/>
              <a:t> </a:t>
            </a:r>
            <a:r>
              <a:rPr lang="de-DE" noProof="0" err="1"/>
              <a:t>placeholder</a:t>
            </a:r>
            <a:r>
              <a:rPr lang="de-DE" noProof="0"/>
              <a:t>.</a:t>
            </a:r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85183DF9-0121-47E6-9B72-30EF7AB86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10578" y="-30637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Key Note </a:t>
            </a:r>
            <a:r>
              <a:rPr lang="de-DE" noProof="0" err="1"/>
              <a:t>slide</a:t>
            </a:r>
            <a:r>
              <a:rPr lang="de-DE" noProof="0"/>
              <a:t> </a:t>
            </a:r>
            <a:r>
              <a:rPr lang="de-DE" noProof="0" err="1"/>
              <a:t>with</a:t>
            </a:r>
            <a:r>
              <a:rPr lang="de-DE" noProof="0"/>
              <a:t> </a:t>
            </a:r>
            <a:r>
              <a:rPr lang="de-DE" noProof="0" err="1"/>
              <a:t>or</a:t>
            </a:r>
            <a:r>
              <a:rPr lang="de-DE" noProof="0"/>
              <a:t> </a:t>
            </a:r>
            <a:r>
              <a:rPr lang="de-DE" noProof="0" err="1"/>
              <a:t>without</a:t>
            </a:r>
            <a:r>
              <a:rPr lang="de-DE" noProof="0"/>
              <a:t> Picture. </a:t>
            </a:r>
            <a:br>
              <a:rPr lang="de-DE" noProof="0"/>
            </a:br>
            <a:r>
              <a:rPr lang="de-DE" noProof="0"/>
              <a:t>(Short!) Text </a:t>
            </a:r>
            <a:r>
              <a:rPr lang="de-DE" noProof="0" err="1"/>
              <a:t>can</a:t>
            </a:r>
            <a:r>
              <a:rPr lang="de-DE" noProof="0"/>
              <a:t> </a:t>
            </a:r>
            <a:r>
              <a:rPr lang="de-DE" noProof="0" err="1"/>
              <a:t>be</a:t>
            </a:r>
            <a:r>
              <a:rPr lang="de-DE" noProof="0"/>
              <a:t> </a:t>
            </a:r>
            <a:r>
              <a:rPr lang="de-DE" noProof="0" err="1"/>
              <a:t>moved</a:t>
            </a:r>
            <a:r>
              <a:rPr lang="de-DE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|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rafik 2" descr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565"/>
            <a:ext cx="12192000" cy="6614453"/>
          </a:xfrm>
          <a:prstGeom prst="rect">
            <a:avLst/>
          </a:prstGeom>
          <a:ln w="12700">
            <a:miter lim="400000"/>
          </a:ln>
        </p:spPr>
      </p:pic>
      <p:sp>
        <p:nvSpPr>
          <p:cNvPr id="535" name="BMW Group Trennlinie"/>
          <p:cNvSpPr/>
          <p:nvPr/>
        </p:nvSpPr>
        <p:spPr>
          <a:xfrm>
            <a:off x="-2" y="6572266"/>
            <a:ext cx="12192002" cy="1"/>
          </a:xfrm>
          <a:prstGeom prst="line">
            <a:avLst/>
          </a:prstGeom>
          <a:ln w="25400">
            <a:solidFill>
              <a:srgbClr val="000000">
                <a:alpha val="25000"/>
              </a:srgbClr>
            </a:solidFill>
          </a:ln>
        </p:spPr>
        <p:txBody>
          <a:bodyPr tIns="45714" bIns="45714"/>
          <a:lstStyle/>
          <a:p>
            <a:pPr defTabSz="914309">
              <a:lnSpc>
                <a:spcPct val="100000"/>
              </a:lnSpc>
              <a:spcBef>
                <a:spcPts val="0"/>
              </a:spcBef>
              <a:defRPr sz="3600"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pPr>
            <a:endParaRPr sz="1800"/>
          </a:p>
        </p:txBody>
      </p:sp>
      <p:sp>
        <p:nvSpPr>
          <p:cNvPr id="536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488947" y="1413932"/>
            <a:ext cx="11224685" cy="4894793"/>
          </a:xfrm>
          <a:prstGeom prst="rect">
            <a:avLst/>
          </a:prstGeom>
          <a:ln w="12700"/>
        </p:spPr>
        <p:txBody>
          <a:bodyPr lIns="0" tIns="0" rIns="0" bIns="0" anchor="t"/>
          <a:lstStyle>
            <a:lvl1pPr marL="190781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▪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1pPr>
            <a:lvl2pPr marL="286171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2pPr>
            <a:lvl3pPr marL="381562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3pPr>
            <a:lvl4pPr marL="476952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4pPr>
            <a:lvl5pPr marL="572343" indent="-190781" defTabSz="914309">
              <a:lnSpc>
                <a:spcPct val="100000"/>
              </a:lnSpc>
              <a:spcBef>
                <a:spcPts val="600"/>
              </a:spcBef>
              <a:buClr>
                <a:srgbClr val="035970"/>
              </a:buClr>
              <a:buSzPct val="100000"/>
              <a:buChar char="-"/>
              <a:defRPr sz="1800">
                <a:solidFill>
                  <a:srgbClr val="000000"/>
                </a:solidFill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5pPr>
          </a:lstStyle>
          <a:p>
            <a:r>
              <a:t>Click to edit text. To insert content like a table or diagram just click the icon in the middle of the placeholder.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7" name="Click to edit Action Title. 26pt. All Caps. Two lines maximum."/>
          <p:cNvSpPr txBox="1">
            <a:spLocks noGrp="1"/>
          </p:cNvSpPr>
          <p:nvPr>
            <p:ph type="title" hasCustomPrompt="1"/>
          </p:nvPr>
        </p:nvSpPr>
        <p:spPr>
          <a:xfrm>
            <a:off x="488947" y="347185"/>
            <a:ext cx="11224685" cy="400111"/>
          </a:xfrm>
          <a:prstGeom prst="rect">
            <a:avLst/>
          </a:prstGeom>
          <a:ln w="12700"/>
        </p:spPr>
        <p:txBody>
          <a:bodyPr lIns="0" tIns="0" rIns="0" bIns="0" anchor="t"/>
          <a:lstStyle>
            <a:lvl1pPr defTabSz="914309">
              <a:lnSpc>
                <a:spcPct val="100000"/>
              </a:lnSpc>
              <a:spcBef>
                <a:spcPts val="600"/>
              </a:spcBef>
              <a:defRPr sz="2600" spc="0">
                <a:latin typeface="BMWGroupTN Condensed Regular"/>
                <a:ea typeface="BMWGroupTN Condensed Regular"/>
                <a:cs typeface="BMWGroupTN Condensed Regular"/>
                <a:sym typeface="BMWGroupTN Condensed Regular"/>
              </a:defRPr>
            </a:lvl1pPr>
          </a:lstStyle>
          <a:p>
            <a:r>
              <a:t>Click to edit Action Title. 26pt. All Caps. Two lines maximum.</a:t>
            </a:r>
          </a:p>
        </p:txBody>
      </p:sp>
    </p:spTree>
    <p:extLst>
      <p:ext uri="{BB962C8B-B14F-4D97-AF65-F5344CB8AC3E}">
        <p14:creationId xmlns:p14="http://schemas.microsoft.com/office/powerpoint/2010/main" val="278931723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3715857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5" imgW="344" imgH="344" progId="TCLayout.ActiveDocument.1">
                  <p:embed/>
                </p:oleObj>
              </mc:Choice>
              <mc:Fallback>
                <p:oleObj name="think-cell Folie" r:id="rId25" imgW="344" imgH="344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9EE4F16-695E-4248-98E9-D0E744B1D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</a:t>
            </a:r>
            <a:r>
              <a:rPr lang="de-DE" noProof="0" err="1"/>
              <a:t>text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/>
              <a:t>Forth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Action Title. 26pt. </a:t>
            </a:r>
            <a:r>
              <a:rPr lang="de-DE" noProof="0" err="1"/>
              <a:t>Uppercase</a:t>
            </a:r>
            <a:r>
              <a:rPr lang="de-DE" noProof="0"/>
              <a:t>. </a:t>
            </a:r>
            <a:r>
              <a:rPr lang="de-DE" noProof="0" err="1"/>
              <a:t>Two</a:t>
            </a:r>
            <a:r>
              <a:rPr lang="de-DE" noProof="0"/>
              <a:t> </a:t>
            </a:r>
            <a:r>
              <a:rPr lang="de-DE" noProof="0" err="1"/>
              <a:t>lines</a:t>
            </a:r>
            <a:r>
              <a:rPr lang="de-DE" noProof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B3B1D5C6-D7B3-1BA4-DACA-B015C23164F2}"/>
              </a:ext>
            </a:extLst>
          </p:cNvPr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5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FußzeileAU1">
            <a:extLst>
              <a:ext uri="{FF2B5EF4-FFF2-40B4-BE49-F238E27FC236}">
                <a16:creationId xmlns:a16="http://schemas.microsoft.com/office/drawing/2014/main" id="{1DB72E71-6ADA-A882-847A-1150760D4C63}"/>
              </a:ext>
            </a:extLst>
          </p:cNvPr>
          <p:cNvSpPr/>
          <p:nvPr userDrawn="1"/>
        </p:nvSpPr>
        <p:spPr>
          <a:xfrm>
            <a:off x="488947" y="6646943"/>
            <a:ext cx="3459280" cy="153888"/>
          </a:xfrm>
          <a:prstGeom prst="rect">
            <a:avLst/>
          </a:prstGeom>
          <a:noFill/>
          <a:ln w="190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lang="de-DE" sz="1000">
                <a:solidFill>
                  <a:schemeClr val="tx1">
                    <a:tint val="90000"/>
                  </a:schemeClr>
                </a:solidFill>
              </a:rPr>
              <a:t>BMW Product Management @ TUM.ai Hackathon | 10. &amp; 11.10.2026</a:t>
            </a:r>
          </a:p>
        </p:txBody>
      </p:sp>
      <p:sp>
        <p:nvSpPr>
          <p:cNvPr id="13" name="SeitenzahlAU1">
            <a:extLst>
              <a:ext uri="{FF2B5EF4-FFF2-40B4-BE49-F238E27FC236}">
                <a16:creationId xmlns:a16="http://schemas.microsoft.com/office/drawing/2014/main" id="{5E9774BF-6AE9-B761-3523-E3D63A6F877B}"/>
              </a:ext>
            </a:extLst>
          </p:cNvPr>
          <p:cNvSpPr/>
          <p:nvPr userDrawn="1"/>
        </p:nvSpPr>
        <p:spPr>
          <a:xfrm>
            <a:off x="11338528" y="6646943"/>
            <a:ext cx="375103" cy="153888"/>
          </a:xfrm>
          <a:prstGeom prst="rect">
            <a:avLst/>
          </a:prstGeom>
          <a:noFill/>
          <a:ln w="190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tint val="90000"/>
                  </a:schemeClr>
                </a:solidFill>
              </a:rPr>
              <a:t>- </a:t>
            </a:r>
            <a:fld id="{4F98FC0E-623E-462B-9198-DC4313091AB2}" type="slidenum">
              <a:rPr lang="de-DE" sz="1000" smtClean="0">
                <a:solidFill>
                  <a:schemeClr val="tx1">
                    <a:tint val="90000"/>
                  </a:schemeClr>
                </a:solidFill>
              </a:rPr>
              <a:pPr algn="r"/>
              <a:t>‹Nr.›</a:t>
            </a:fld>
            <a:r>
              <a:rPr lang="de-DE" sz="1000">
                <a:solidFill>
                  <a:schemeClr val="tx1">
                    <a:tint val="90000"/>
                  </a:schemeClr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9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20" r:id="rId2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4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5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7F44B4B-2D99-42FA-4C30-116DF593008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2970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5" imgH="405" progId="TCLayout.ActiveDocument.1">
                  <p:embed/>
                </p:oleObj>
              </mc:Choice>
              <mc:Fallback>
                <p:oleObj name="think-cell Foli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F44B4B-2D99-42FA-4C30-116DF59300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63F415-EED0-8419-83D8-5CC1B1B1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5257800"/>
            <a:ext cx="8531352" cy="566928"/>
          </a:xfrm>
          <a:noFill/>
          <a:ln>
            <a:noFill/>
          </a:ln>
        </p:spPr>
        <p:txBody>
          <a:bodyPr lIns="27432" tIns="18288" rIns="27432" bIns="18288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de-DE" sz="3200" b="0">
                <a:solidFill>
                  <a:srgbClr val="C8D7E0"/>
                </a:solidFill>
                <a:latin typeface="BMWGroupTN Condensed"/>
              </a:rPr>
              <a:t>SHEER DRIVING PLEASURE</a:t>
            </a:r>
            <a:endParaRPr lang="de-DE" sz="240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6B80E4-0CF4-3C58-6A97-1E5EE656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38912"/>
            <a:ext cx="11064240" cy="658368"/>
          </a:xfrm>
        </p:spPr>
        <p:txBody>
          <a:bodyPr vert="horz" lIns="27432" tIns="18288" rIns="27432" bIns="18288" anchor="ctr"/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BMWGroupTN Condensed"/>
              </a:rPr>
              <a:t>Emotions, ENGINEERED INTO A PRODUCT.</a:t>
            </a:r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3CF857E-C802-3D68-1B5E-58327D00AF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713" y="1274937"/>
            <a:ext cx="4367525" cy="380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6850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673D3708-23AD-1A5A-10E5-C76A37B14B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282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5" imgH="405" progId="TCLayout.ActiveDocument.1">
                  <p:embed/>
                </p:oleObj>
              </mc:Choice>
              <mc:Fallback>
                <p:oleObj name="think-cell Folie" r:id="rId3" imgW="405" imgH="405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3D3708-23AD-1A5A-10E5-C76A37B14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63F415-EED0-8419-83D8-5CC1B1B1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0832" y="3573887"/>
            <a:ext cx="3456432" cy="1115568"/>
          </a:xfrm>
          <a:noFill/>
          <a:ln w="19050">
            <a:noFill/>
          </a:ln>
        </p:spPr>
        <p:txBody>
          <a:bodyPr lIns="27432" tIns="18288" rIns="27432" bIns="18288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3200" b="1">
                <a:solidFill>
                  <a:srgbClr val="FFFFFF"/>
                </a:solidFill>
                <a:latin typeface="BMWGroupTN Condensed"/>
              </a:rPr>
              <a:t>PRODUCT</a:t>
            </a:r>
            <a:endParaRPr lang="de-DE" sz="3200" b="1">
              <a:solidFill>
                <a:srgbClr val="FFFFFF"/>
              </a:solidFill>
              <a:latin typeface="BMWGroupTN Condensed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sz="3200" b="1">
                <a:solidFill>
                  <a:srgbClr val="FFFFFF"/>
                </a:solidFill>
                <a:latin typeface="BMWGroupTN Condensed"/>
              </a:rPr>
              <a:t>MANAGEMENT</a:t>
            </a:r>
            <a:endParaRPr lang="de-DE" sz="200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6B80E4-0CF4-3C58-6A97-1E5EE656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685800"/>
          </a:xfrm>
        </p:spPr>
        <p:txBody>
          <a:bodyPr vert="horz" lIns="27432" tIns="18288" rIns="27432" bIns="18288" anchor="ctr"/>
          <a:lstStyle/>
          <a:p>
            <a:pPr algn="l">
              <a:lnSpc>
                <a:spcPct val="100000"/>
              </a:lnSpc>
            </a:pPr>
            <a:r>
              <a:rPr lang="de-DE" sz="3600" b="1">
                <a:solidFill>
                  <a:srgbClr val="FFFFFF"/>
                </a:solidFill>
                <a:latin typeface="BMWGroupTN Condensed"/>
              </a:rPr>
              <a:t>THE </a:t>
            </a:r>
            <a:r>
              <a:rPr sz="3600" b="1">
                <a:solidFill>
                  <a:srgbClr val="FFFFFF"/>
                </a:solidFill>
                <a:latin typeface="BMWGroupTN Condensed"/>
              </a:rPr>
              <a:t>PRODUCT MANAGEMENT </a:t>
            </a:r>
            <a:r>
              <a:rPr lang="de-DE" sz="3600" b="1">
                <a:solidFill>
                  <a:srgbClr val="FFFFFF"/>
                </a:solidFill>
                <a:latin typeface="BMWGroupTN Condensed"/>
              </a:rPr>
              <a:t>Universe</a:t>
            </a:r>
            <a:r>
              <a:rPr sz="3600" b="1">
                <a:solidFill>
                  <a:srgbClr val="FFFFFF"/>
                </a:solidFill>
                <a:latin typeface="BMWGroupTN Condensed"/>
              </a:rPr>
              <a:t>.</a:t>
            </a:r>
            <a:endParaRPr lang="de-DE"/>
          </a:p>
        </p:txBody>
      </p:sp>
      <p:sp>
        <p:nvSpPr>
          <p:cNvPr id="6" name="Oval 5"/>
          <p:cNvSpPr/>
          <p:nvPr/>
        </p:nvSpPr>
        <p:spPr>
          <a:xfrm>
            <a:off x="4142232" y="2618559"/>
            <a:ext cx="3913632" cy="3112823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879248734">
                  <a:custGeom>
                    <a:avLst/>
                    <a:gdLst>
                      <a:gd name="csX0" fmla="*/ 0 w 3913632"/>
                      <a:gd name="csY0" fmla="*/ 1609344 h 3218688"/>
                      <a:gd name="csX1" fmla="*/ 1956816 w 3913632"/>
                      <a:gd name="csY1" fmla="*/ 0 h 3218688"/>
                      <a:gd name="csX2" fmla="*/ 3913632 w 3913632"/>
                      <a:gd name="csY2" fmla="*/ 1609344 h 3218688"/>
                      <a:gd name="csX3" fmla="*/ 1956816 w 3913632"/>
                      <a:gd name="csY3" fmla="*/ 3218688 h 3218688"/>
                      <a:gd name="csX4" fmla="*/ 0 w 3913632"/>
                      <a:gd name="csY4" fmla="*/ 1609344 h 32186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913632" h="3218688" extrusionOk="0">
                        <a:moveTo>
                          <a:pt x="0" y="1609344"/>
                        </a:moveTo>
                        <a:cubicBezTo>
                          <a:pt x="-108854" y="592524"/>
                          <a:pt x="898457" y="-8119"/>
                          <a:pt x="1956816" y="0"/>
                        </a:cubicBezTo>
                        <a:cubicBezTo>
                          <a:pt x="2940343" y="54608"/>
                          <a:pt x="4092715" y="667089"/>
                          <a:pt x="3913632" y="1609344"/>
                        </a:cubicBezTo>
                        <a:cubicBezTo>
                          <a:pt x="3889840" y="2450724"/>
                          <a:pt x="2938627" y="3526456"/>
                          <a:pt x="1956816" y="3218688"/>
                        </a:cubicBezTo>
                        <a:cubicBezTo>
                          <a:pt x="1018908" y="3021675"/>
                          <a:pt x="115603" y="2488647"/>
                          <a:pt x="0" y="160934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1267" y="2889731"/>
            <a:ext cx="2057550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3200" b="1" dirty="0">
                <a:solidFill>
                  <a:srgbClr val="FFFFFF"/>
                </a:solidFill>
                <a:latin typeface="BMWGroupTN Condensed"/>
              </a:rPr>
              <a:t>Engineering</a:t>
            </a:r>
            <a:endParaRPr sz="3200" b="1" dirty="0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55501" y="2925829"/>
            <a:ext cx="2669770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200" b="1" err="1">
                <a:solidFill>
                  <a:srgbClr val="FFFFFF"/>
                </a:solidFill>
                <a:latin typeface="BMWGroupTN Condensed"/>
              </a:rPr>
              <a:t>Markets</a:t>
            </a:r>
            <a:r>
              <a:rPr lang="de-DE" sz="3200" b="1">
                <a:solidFill>
                  <a:srgbClr val="FFFFFF"/>
                </a:solidFill>
                <a:latin typeface="BMWGroupTN Condensed"/>
              </a:rPr>
              <a:t> / Sales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0349" y="5596155"/>
            <a:ext cx="1642244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3200" b="1">
                <a:solidFill>
                  <a:srgbClr val="FFFFFF"/>
                </a:solidFill>
                <a:latin typeface="BMWGroupTN Condensed"/>
              </a:rPr>
              <a:t>Customer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05CDBA3-6BD3-D1FF-C019-99BAC419C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586" y="1260268"/>
            <a:ext cx="674827" cy="685800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D1486682-91ED-1EBA-2717-C64C9C8ED2F3}"/>
              </a:ext>
            </a:extLst>
          </p:cNvPr>
          <p:cNvSpPr txBox="1"/>
          <p:nvPr/>
        </p:nvSpPr>
        <p:spPr>
          <a:xfrm>
            <a:off x="5563449" y="1914552"/>
            <a:ext cx="1065100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sz="3200" b="1">
                <a:solidFill>
                  <a:srgbClr val="FFFFFF"/>
                </a:solidFill>
                <a:latin typeface="BMWGroupTN Condensed"/>
              </a:rPr>
              <a:t>Brand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E39BC1C-FA0C-9EE0-8E5F-2A2EEA752325}"/>
              </a:ext>
            </a:extLst>
          </p:cNvPr>
          <p:cNvSpPr txBox="1"/>
          <p:nvPr/>
        </p:nvSpPr>
        <p:spPr>
          <a:xfrm>
            <a:off x="7506503" y="5668351"/>
            <a:ext cx="2074992" cy="52937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3200" b="1">
                <a:solidFill>
                  <a:srgbClr val="FFFFFF"/>
                </a:solidFill>
                <a:latin typeface="BMWGroupTN Condensed"/>
              </a:rPr>
              <a:t>Competition</a:t>
            </a:r>
            <a:endParaRPr sz="3200" b="1">
              <a:solidFill>
                <a:srgbClr val="FFFFFF"/>
              </a:solidFill>
              <a:latin typeface="BMWGroupTN Condensed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2DDBCDF-8A12-D7AD-DD9B-385F400F6EE7}"/>
              </a:ext>
            </a:extLst>
          </p:cNvPr>
          <p:cNvSpPr/>
          <p:nvPr/>
        </p:nvSpPr>
        <p:spPr>
          <a:xfrm>
            <a:off x="4226404" y="3152208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  <a:extLst>
              <a:ext uri="{C807C97D-BFC1-408E-A445-0C87EB9F89A2}">
                <ask:lineSketchStyleProps xmlns:ask="http://schemas.microsoft.com/office/drawing/2018/sketchyshapes" sd="925829370">
                  <a:custGeom>
                    <a:avLst/>
                    <a:gdLst>
                      <a:gd name="csX0" fmla="*/ 0 w 404100"/>
                      <a:gd name="csY0" fmla="*/ 199636 h 399272"/>
                      <a:gd name="csX1" fmla="*/ 202050 w 404100"/>
                      <a:gd name="csY1" fmla="*/ 0 h 399272"/>
                      <a:gd name="csX2" fmla="*/ 404100 w 404100"/>
                      <a:gd name="csY2" fmla="*/ 199636 h 399272"/>
                      <a:gd name="csX3" fmla="*/ 202050 w 404100"/>
                      <a:gd name="csY3" fmla="*/ 399272 h 399272"/>
                      <a:gd name="csX4" fmla="*/ 0 w 404100"/>
                      <a:gd name="csY4" fmla="*/ 199636 h 3992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4100" h="399272" fill="none" extrusionOk="0">
                        <a:moveTo>
                          <a:pt x="0" y="199636"/>
                        </a:moveTo>
                        <a:cubicBezTo>
                          <a:pt x="2083" y="59875"/>
                          <a:pt x="105943" y="-12798"/>
                          <a:pt x="202050" y="0"/>
                        </a:cubicBezTo>
                        <a:cubicBezTo>
                          <a:pt x="325242" y="-24626"/>
                          <a:pt x="405492" y="91508"/>
                          <a:pt x="404100" y="199636"/>
                        </a:cubicBezTo>
                        <a:cubicBezTo>
                          <a:pt x="401778" y="279100"/>
                          <a:pt x="291854" y="407467"/>
                          <a:pt x="202050" y="399272"/>
                        </a:cubicBezTo>
                        <a:cubicBezTo>
                          <a:pt x="80306" y="394604"/>
                          <a:pt x="14111" y="310928"/>
                          <a:pt x="0" y="199636"/>
                        </a:cubicBezTo>
                        <a:close/>
                      </a:path>
                      <a:path w="404100" h="399272" stroke="0" extrusionOk="0">
                        <a:moveTo>
                          <a:pt x="0" y="199636"/>
                        </a:moveTo>
                        <a:cubicBezTo>
                          <a:pt x="10519" y="65215"/>
                          <a:pt x="90983" y="5344"/>
                          <a:pt x="202050" y="0"/>
                        </a:cubicBezTo>
                        <a:cubicBezTo>
                          <a:pt x="300148" y="-4514"/>
                          <a:pt x="413748" y="63105"/>
                          <a:pt x="404100" y="199636"/>
                        </a:cubicBezTo>
                        <a:cubicBezTo>
                          <a:pt x="397740" y="311393"/>
                          <a:pt x="309454" y="407827"/>
                          <a:pt x="202050" y="399272"/>
                        </a:cubicBezTo>
                        <a:cubicBezTo>
                          <a:pt x="122168" y="402644"/>
                          <a:pt x="4283" y="335188"/>
                          <a:pt x="0" y="19963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0816266-DB0A-FE48-CAA9-B40F5E81969D}"/>
              </a:ext>
            </a:extLst>
          </p:cNvPr>
          <p:cNvSpPr/>
          <p:nvPr/>
        </p:nvSpPr>
        <p:spPr>
          <a:xfrm>
            <a:off x="5893949" y="2441367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  <a:extLst>
              <a:ext uri="{C807C97D-BFC1-408E-A445-0C87EB9F89A2}">
                <ask:lineSketchStyleProps xmlns:ask="http://schemas.microsoft.com/office/drawing/2018/sketchyshapes" sd="925829370">
                  <a:custGeom>
                    <a:avLst/>
                    <a:gdLst>
                      <a:gd name="csX0" fmla="*/ 0 w 404100"/>
                      <a:gd name="csY0" fmla="*/ 199636 h 399272"/>
                      <a:gd name="csX1" fmla="*/ 202050 w 404100"/>
                      <a:gd name="csY1" fmla="*/ 0 h 399272"/>
                      <a:gd name="csX2" fmla="*/ 404100 w 404100"/>
                      <a:gd name="csY2" fmla="*/ 199636 h 399272"/>
                      <a:gd name="csX3" fmla="*/ 202050 w 404100"/>
                      <a:gd name="csY3" fmla="*/ 399272 h 399272"/>
                      <a:gd name="csX4" fmla="*/ 0 w 404100"/>
                      <a:gd name="csY4" fmla="*/ 199636 h 3992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4100" h="399272" fill="none" extrusionOk="0">
                        <a:moveTo>
                          <a:pt x="0" y="199636"/>
                        </a:moveTo>
                        <a:cubicBezTo>
                          <a:pt x="2083" y="59875"/>
                          <a:pt x="105943" y="-12798"/>
                          <a:pt x="202050" y="0"/>
                        </a:cubicBezTo>
                        <a:cubicBezTo>
                          <a:pt x="325242" y="-24626"/>
                          <a:pt x="405492" y="91508"/>
                          <a:pt x="404100" y="199636"/>
                        </a:cubicBezTo>
                        <a:cubicBezTo>
                          <a:pt x="401778" y="279100"/>
                          <a:pt x="291854" y="407467"/>
                          <a:pt x="202050" y="399272"/>
                        </a:cubicBezTo>
                        <a:cubicBezTo>
                          <a:pt x="80306" y="394604"/>
                          <a:pt x="14111" y="310928"/>
                          <a:pt x="0" y="199636"/>
                        </a:cubicBezTo>
                        <a:close/>
                      </a:path>
                      <a:path w="404100" h="399272" stroke="0" extrusionOk="0">
                        <a:moveTo>
                          <a:pt x="0" y="199636"/>
                        </a:moveTo>
                        <a:cubicBezTo>
                          <a:pt x="10519" y="65215"/>
                          <a:pt x="90983" y="5344"/>
                          <a:pt x="202050" y="0"/>
                        </a:cubicBezTo>
                        <a:cubicBezTo>
                          <a:pt x="300148" y="-4514"/>
                          <a:pt x="413748" y="63105"/>
                          <a:pt x="404100" y="199636"/>
                        </a:cubicBezTo>
                        <a:cubicBezTo>
                          <a:pt x="397740" y="311393"/>
                          <a:pt x="309454" y="407827"/>
                          <a:pt x="202050" y="399272"/>
                        </a:cubicBezTo>
                        <a:cubicBezTo>
                          <a:pt x="122168" y="402644"/>
                          <a:pt x="4283" y="335188"/>
                          <a:pt x="0" y="19963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0DB1D65-79E2-EDA9-218C-A53650EE6DF4}"/>
              </a:ext>
            </a:extLst>
          </p:cNvPr>
          <p:cNvSpPr/>
          <p:nvPr/>
        </p:nvSpPr>
        <p:spPr>
          <a:xfrm>
            <a:off x="7561498" y="3152208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  <a:extLst>
              <a:ext uri="{C807C97D-BFC1-408E-A445-0C87EB9F89A2}">
                <ask:lineSketchStyleProps xmlns:ask="http://schemas.microsoft.com/office/drawing/2018/sketchyshapes" sd="925829370">
                  <a:custGeom>
                    <a:avLst/>
                    <a:gdLst>
                      <a:gd name="csX0" fmla="*/ 0 w 404100"/>
                      <a:gd name="csY0" fmla="*/ 199636 h 399272"/>
                      <a:gd name="csX1" fmla="*/ 202050 w 404100"/>
                      <a:gd name="csY1" fmla="*/ 0 h 399272"/>
                      <a:gd name="csX2" fmla="*/ 404100 w 404100"/>
                      <a:gd name="csY2" fmla="*/ 199636 h 399272"/>
                      <a:gd name="csX3" fmla="*/ 202050 w 404100"/>
                      <a:gd name="csY3" fmla="*/ 399272 h 399272"/>
                      <a:gd name="csX4" fmla="*/ 0 w 404100"/>
                      <a:gd name="csY4" fmla="*/ 199636 h 3992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4100" h="399272" fill="none" extrusionOk="0">
                        <a:moveTo>
                          <a:pt x="0" y="199636"/>
                        </a:moveTo>
                        <a:cubicBezTo>
                          <a:pt x="2083" y="59875"/>
                          <a:pt x="105943" y="-12798"/>
                          <a:pt x="202050" y="0"/>
                        </a:cubicBezTo>
                        <a:cubicBezTo>
                          <a:pt x="325242" y="-24626"/>
                          <a:pt x="405492" y="91508"/>
                          <a:pt x="404100" y="199636"/>
                        </a:cubicBezTo>
                        <a:cubicBezTo>
                          <a:pt x="401778" y="279100"/>
                          <a:pt x="291854" y="407467"/>
                          <a:pt x="202050" y="399272"/>
                        </a:cubicBezTo>
                        <a:cubicBezTo>
                          <a:pt x="80306" y="394604"/>
                          <a:pt x="14111" y="310928"/>
                          <a:pt x="0" y="199636"/>
                        </a:cubicBezTo>
                        <a:close/>
                      </a:path>
                      <a:path w="404100" h="399272" stroke="0" extrusionOk="0">
                        <a:moveTo>
                          <a:pt x="0" y="199636"/>
                        </a:moveTo>
                        <a:cubicBezTo>
                          <a:pt x="10519" y="65215"/>
                          <a:pt x="90983" y="5344"/>
                          <a:pt x="202050" y="0"/>
                        </a:cubicBezTo>
                        <a:cubicBezTo>
                          <a:pt x="300148" y="-4514"/>
                          <a:pt x="413748" y="63105"/>
                          <a:pt x="404100" y="199636"/>
                        </a:cubicBezTo>
                        <a:cubicBezTo>
                          <a:pt x="397740" y="311393"/>
                          <a:pt x="309454" y="407827"/>
                          <a:pt x="202050" y="399272"/>
                        </a:cubicBezTo>
                        <a:cubicBezTo>
                          <a:pt x="122168" y="402644"/>
                          <a:pt x="4283" y="335188"/>
                          <a:pt x="0" y="19963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FEB8259-D70B-0F61-2BB8-D1724B539911}"/>
              </a:ext>
            </a:extLst>
          </p:cNvPr>
          <p:cNvSpPr/>
          <p:nvPr/>
        </p:nvSpPr>
        <p:spPr>
          <a:xfrm>
            <a:off x="7102403" y="5223067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  <a:extLst>
              <a:ext uri="{C807C97D-BFC1-408E-A445-0C87EB9F89A2}">
                <ask:lineSketchStyleProps xmlns:ask="http://schemas.microsoft.com/office/drawing/2018/sketchyshapes" sd="925829370">
                  <a:custGeom>
                    <a:avLst/>
                    <a:gdLst>
                      <a:gd name="csX0" fmla="*/ 0 w 404100"/>
                      <a:gd name="csY0" fmla="*/ 199636 h 399272"/>
                      <a:gd name="csX1" fmla="*/ 202050 w 404100"/>
                      <a:gd name="csY1" fmla="*/ 0 h 399272"/>
                      <a:gd name="csX2" fmla="*/ 404100 w 404100"/>
                      <a:gd name="csY2" fmla="*/ 199636 h 399272"/>
                      <a:gd name="csX3" fmla="*/ 202050 w 404100"/>
                      <a:gd name="csY3" fmla="*/ 399272 h 399272"/>
                      <a:gd name="csX4" fmla="*/ 0 w 404100"/>
                      <a:gd name="csY4" fmla="*/ 199636 h 3992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4100" h="399272" fill="none" extrusionOk="0">
                        <a:moveTo>
                          <a:pt x="0" y="199636"/>
                        </a:moveTo>
                        <a:cubicBezTo>
                          <a:pt x="2083" y="59875"/>
                          <a:pt x="105943" y="-12798"/>
                          <a:pt x="202050" y="0"/>
                        </a:cubicBezTo>
                        <a:cubicBezTo>
                          <a:pt x="325242" y="-24626"/>
                          <a:pt x="405492" y="91508"/>
                          <a:pt x="404100" y="199636"/>
                        </a:cubicBezTo>
                        <a:cubicBezTo>
                          <a:pt x="401778" y="279100"/>
                          <a:pt x="291854" y="407467"/>
                          <a:pt x="202050" y="399272"/>
                        </a:cubicBezTo>
                        <a:cubicBezTo>
                          <a:pt x="80306" y="394604"/>
                          <a:pt x="14111" y="310928"/>
                          <a:pt x="0" y="199636"/>
                        </a:cubicBezTo>
                        <a:close/>
                      </a:path>
                      <a:path w="404100" h="399272" stroke="0" extrusionOk="0">
                        <a:moveTo>
                          <a:pt x="0" y="199636"/>
                        </a:moveTo>
                        <a:cubicBezTo>
                          <a:pt x="10519" y="65215"/>
                          <a:pt x="90983" y="5344"/>
                          <a:pt x="202050" y="0"/>
                        </a:cubicBezTo>
                        <a:cubicBezTo>
                          <a:pt x="300148" y="-4514"/>
                          <a:pt x="413748" y="63105"/>
                          <a:pt x="404100" y="199636"/>
                        </a:cubicBezTo>
                        <a:cubicBezTo>
                          <a:pt x="397740" y="311393"/>
                          <a:pt x="309454" y="407827"/>
                          <a:pt x="202050" y="399272"/>
                        </a:cubicBezTo>
                        <a:cubicBezTo>
                          <a:pt x="122168" y="402644"/>
                          <a:pt x="4283" y="335188"/>
                          <a:pt x="0" y="19963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477B3-8E2F-6EB4-A732-134AD6416FB6}"/>
              </a:ext>
            </a:extLst>
          </p:cNvPr>
          <p:cNvSpPr/>
          <p:nvPr/>
        </p:nvSpPr>
        <p:spPr>
          <a:xfrm>
            <a:off x="4592593" y="5109568"/>
            <a:ext cx="404100" cy="3992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miter lim="800000"/>
            <a:extLst>
              <a:ext uri="{C807C97D-BFC1-408E-A445-0C87EB9F89A2}">
                <ask:lineSketchStyleProps xmlns:ask="http://schemas.microsoft.com/office/drawing/2018/sketchyshapes" sd="925829370">
                  <a:custGeom>
                    <a:avLst/>
                    <a:gdLst>
                      <a:gd name="csX0" fmla="*/ 0 w 404100"/>
                      <a:gd name="csY0" fmla="*/ 199636 h 399272"/>
                      <a:gd name="csX1" fmla="*/ 202050 w 404100"/>
                      <a:gd name="csY1" fmla="*/ 0 h 399272"/>
                      <a:gd name="csX2" fmla="*/ 404100 w 404100"/>
                      <a:gd name="csY2" fmla="*/ 199636 h 399272"/>
                      <a:gd name="csX3" fmla="*/ 202050 w 404100"/>
                      <a:gd name="csY3" fmla="*/ 399272 h 399272"/>
                      <a:gd name="csX4" fmla="*/ 0 w 404100"/>
                      <a:gd name="csY4" fmla="*/ 199636 h 3992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4100" h="399272" fill="none" extrusionOk="0">
                        <a:moveTo>
                          <a:pt x="0" y="199636"/>
                        </a:moveTo>
                        <a:cubicBezTo>
                          <a:pt x="2083" y="59875"/>
                          <a:pt x="105943" y="-12798"/>
                          <a:pt x="202050" y="0"/>
                        </a:cubicBezTo>
                        <a:cubicBezTo>
                          <a:pt x="325242" y="-24626"/>
                          <a:pt x="405492" y="91508"/>
                          <a:pt x="404100" y="199636"/>
                        </a:cubicBezTo>
                        <a:cubicBezTo>
                          <a:pt x="401778" y="279100"/>
                          <a:pt x="291854" y="407467"/>
                          <a:pt x="202050" y="399272"/>
                        </a:cubicBezTo>
                        <a:cubicBezTo>
                          <a:pt x="80306" y="394604"/>
                          <a:pt x="14111" y="310928"/>
                          <a:pt x="0" y="199636"/>
                        </a:cubicBezTo>
                        <a:close/>
                      </a:path>
                      <a:path w="404100" h="399272" stroke="0" extrusionOk="0">
                        <a:moveTo>
                          <a:pt x="0" y="199636"/>
                        </a:moveTo>
                        <a:cubicBezTo>
                          <a:pt x="10519" y="65215"/>
                          <a:pt x="90983" y="5344"/>
                          <a:pt x="202050" y="0"/>
                        </a:cubicBezTo>
                        <a:cubicBezTo>
                          <a:pt x="300148" y="-4514"/>
                          <a:pt x="413748" y="63105"/>
                          <a:pt x="404100" y="199636"/>
                        </a:cubicBezTo>
                        <a:cubicBezTo>
                          <a:pt x="397740" y="311393"/>
                          <a:pt x="309454" y="407827"/>
                          <a:pt x="202050" y="399272"/>
                        </a:cubicBezTo>
                        <a:cubicBezTo>
                          <a:pt x="122168" y="402644"/>
                          <a:pt x="4283" y="335188"/>
                          <a:pt x="0" y="19963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76850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66B80E4-0CF4-3C58-6A97-1E5EE656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685800"/>
          </a:xfrm>
        </p:spPr>
        <p:txBody>
          <a:bodyPr lIns="27432" tIns="18288" rIns="27432" bIns="18288" anchor="ctr"/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FFFFFF"/>
                </a:solidFill>
                <a:latin typeface="BMWGroupTN Condensed"/>
              </a:rPr>
              <a:t>FROM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billions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 of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findings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 to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one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 BMW Vehicle</a:t>
            </a:r>
            <a:r>
              <a:rPr sz="3500" b="1">
                <a:solidFill>
                  <a:srgbClr val="FFFFFF"/>
                </a:solidFill>
                <a:latin typeface="BMWGroupTN Condensed"/>
              </a:rPr>
              <a:t>.</a:t>
            </a:r>
            <a:endParaRPr lang="de-DE"/>
          </a:p>
        </p:txBody>
      </p:sp>
      <p:pic>
        <p:nvPicPr>
          <p:cNvPr id="27" name="Future BMW-inspired sedan, AI concept illustration" descr="Speculative AI-generated BMW-inspired four-door sedan. Not an official BMW model.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6000"/>
                    </a14:imgEffect>
                    <a14:imgEffect>
                      <a14:saturation sat="263000"/>
                    </a14:imgEffect>
                  </a14:imgLayer>
                </a14:imgProps>
              </a:ext>
            </a:extLst>
          </a:blip>
          <a:srcRect l="10000" t="8959" r="2300" b="19659"/>
          <a:stretch>
            <a:fillRect/>
          </a:stretch>
        </p:blipFill>
        <p:spPr>
          <a:xfrm>
            <a:off x="5616894" y="2004740"/>
            <a:ext cx="6376329" cy="3620649"/>
          </a:xfrm>
          <a:prstGeom prst="rect">
            <a:avLst/>
          </a:prstGeom>
          <a:effectLst>
            <a:softEdge rad="355600"/>
          </a:effectLst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63F415-EED0-8419-83D8-5CC1B1B1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1518" y="5880804"/>
            <a:ext cx="7276959" cy="369427"/>
          </a:xfrm>
          <a:noFill/>
          <a:ln>
            <a:noFill/>
          </a:ln>
        </p:spPr>
        <p:txBody>
          <a:bodyPr lIns="0" tIns="18288" rIns="27432" bIns="18288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BMWGroupTN Condensed"/>
              </a:rPr>
              <a:t>Customer Requirement = Customer Relevant Attribute of a Car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2069A06-198D-404C-FCF4-7A17AA324FDE}"/>
              </a:ext>
            </a:extLst>
          </p:cNvPr>
          <p:cNvSpPr txBox="1"/>
          <p:nvPr/>
        </p:nvSpPr>
        <p:spPr>
          <a:xfrm>
            <a:off x="571500" y="1335990"/>
            <a:ext cx="1477969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28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1 BILLION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5C050C-7793-E90B-5800-6B224A505F3E}"/>
              </a:ext>
            </a:extLst>
          </p:cNvPr>
          <p:cNvSpPr txBox="1"/>
          <p:nvPr/>
        </p:nvSpPr>
        <p:spPr>
          <a:xfrm>
            <a:off x="571500" y="1755090"/>
            <a:ext cx="66524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00" b="1" kern="1200">
                <a:solidFill>
                  <a:schemeClr val="bg1"/>
                </a:solidFill>
                <a:latin typeface="BMWGroupTN Condensed" pitchFamily="2" charset="0"/>
                <a:ea typeface="+mn-ea"/>
                <a:cs typeface="+mn-cs"/>
              </a:rPr>
              <a:t>FINDINGS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7C0411-B268-B584-6FF5-EB35A0C22C65}"/>
              </a:ext>
            </a:extLst>
          </p:cNvPr>
          <p:cNvSpPr txBox="1"/>
          <p:nvPr/>
        </p:nvSpPr>
        <p:spPr>
          <a:xfrm>
            <a:off x="5435600" y="1335990"/>
            <a:ext cx="864019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28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1,000</a:t>
            </a:r>
            <a:endParaRPr lang="de-DE" sz="28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EEE7A8-7BB7-8A8E-AFEA-F2A3213CEB89}"/>
              </a:ext>
            </a:extLst>
          </p:cNvPr>
          <p:cNvSpPr txBox="1"/>
          <p:nvPr/>
        </p:nvSpPr>
        <p:spPr>
          <a:xfrm>
            <a:off x="5172192" y="1755090"/>
            <a:ext cx="1138132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00" b="1" kern="1200">
                <a:solidFill>
                  <a:schemeClr val="bg1"/>
                </a:solidFill>
                <a:latin typeface="BMWGroupTN Condensed" pitchFamily="2" charset="0"/>
                <a:ea typeface="+mn-ea"/>
                <a:cs typeface="+mn-cs"/>
              </a:rPr>
              <a:t>REQUIREMENTS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63C33F3-38BE-656E-81FB-6CC1B70CA491}"/>
              </a:ext>
            </a:extLst>
          </p:cNvPr>
          <p:cNvSpPr txBox="1"/>
          <p:nvPr/>
        </p:nvSpPr>
        <p:spPr>
          <a:xfrm>
            <a:off x="9398000" y="1335990"/>
            <a:ext cx="642805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28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ONE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425A6DF-ACC4-2C4B-1F31-A1276FC4A946}"/>
              </a:ext>
            </a:extLst>
          </p:cNvPr>
          <p:cNvSpPr txBox="1"/>
          <p:nvPr/>
        </p:nvSpPr>
        <p:spPr>
          <a:xfrm>
            <a:off x="9745852" y="1755090"/>
            <a:ext cx="294953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00" b="1" kern="1200">
                <a:solidFill>
                  <a:schemeClr val="bg1"/>
                </a:solidFill>
                <a:latin typeface="BMWGroupTN Condensed" pitchFamily="2" charset="0"/>
                <a:ea typeface="+mn-ea"/>
                <a:cs typeface="+mn-cs"/>
              </a:rPr>
              <a:t>CAR</a:t>
            </a:r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C26D5481-F509-EFA6-030B-596724D5CA34}"/>
              </a:ext>
            </a:extLst>
          </p:cNvPr>
          <p:cNvSpPr/>
          <p:nvPr/>
        </p:nvSpPr>
        <p:spPr>
          <a:xfrm>
            <a:off x="3789371" y="1488390"/>
            <a:ext cx="152400" cy="228600"/>
          </a:xfrm>
          <a:prstGeom prst="chevron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DA6C2B65-D77C-AE1D-B891-2A795454DBF2}"/>
              </a:ext>
            </a:extLst>
          </p:cNvPr>
          <p:cNvSpPr/>
          <p:nvPr/>
        </p:nvSpPr>
        <p:spPr>
          <a:xfrm>
            <a:off x="7624771" y="1488390"/>
            <a:ext cx="152400" cy="228600"/>
          </a:xfrm>
          <a:prstGeom prst="chevron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7CA6734-784A-390F-314B-409760565016}"/>
              </a:ext>
            </a:extLst>
          </p:cNvPr>
          <p:cNvCxnSpPr/>
          <p:nvPr/>
        </p:nvCxnSpPr>
        <p:spPr>
          <a:xfrm>
            <a:off x="571500" y="2413000"/>
            <a:ext cx="0" cy="299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DC8C3F2-EA44-7D4F-0AC8-36FB2BC5E1DC}"/>
              </a:ext>
            </a:extLst>
          </p:cNvPr>
          <p:cNvSpPr txBox="1"/>
          <p:nvPr/>
        </p:nvSpPr>
        <p:spPr>
          <a:xfrm>
            <a:off x="723900" y="2456506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“Charging takes too long.”</a:t>
            </a:r>
            <a:endParaRPr lang="de-DE" sz="1500" i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ACCFC26-39F5-FA47-7C8F-54ECFBA03B78}"/>
              </a:ext>
            </a:extLst>
          </p:cNvPr>
          <p:cNvSpPr txBox="1"/>
          <p:nvPr/>
        </p:nvSpPr>
        <p:spPr>
          <a:xfrm>
            <a:off x="723900" y="3004700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“Too 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many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 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menus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097EA56-41B4-6D41-D2E6-5CEA6FD75BDD}"/>
              </a:ext>
            </a:extLst>
          </p:cNvPr>
          <p:cNvSpPr txBox="1"/>
          <p:nvPr/>
        </p:nvSpPr>
        <p:spPr>
          <a:xfrm>
            <a:off x="723900" y="3552893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“I love the design.”</a:t>
            </a:r>
            <a:endParaRPr lang="de-DE" sz="1500" i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49E48C8-3A46-DA2C-E266-F9A39D3CA9A6}"/>
              </a:ext>
            </a:extLst>
          </p:cNvPr>
          <p:cNvSpPr txBox="1"/>
          <p:nvPr/>
        </p:nvSpPr>
        <p:spPr>
          <a:xfrm>
            <a:off x="723900" y="4092034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US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“More rear space, please.”</a:t>
            </a:r>
            <a:endParaRPr lang="de-DE" sz="1500" i="1" kern="1200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3660D1B-95D5-1E1A-3BF2-0D19AE114B27}"/>
              </a:ext>
            </a:extLst>
          </p:cNvPr>
          <p:cNvSpPr txBox="1"/>
          <p:nvPr/>
        </p:nvSpPr>
        <p:spPr>
          <a:xfrm>
            <a:off x="723900" y="4649280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US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“The app should just work.”</a:t>
            </a:r>
            <a:endParaRPr lang="de-DE" sz="1500" i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957FE63-41F6-3C0E-D2C7-0B82FAF036AB}"/>
              </a:ext>
            </a:extLst>
          </p:cNvPr>
          <p:cNvSpPr txBox="1"/>
          <p:nvPr/>
        </p:nvSpPr>
        <p:spPr>
          <a:xfrm>
            <a:off x="723900" y="5197474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Tesla and GROK“</a:t>
            </a:r>
            <a:endParaRPr lang="de-DE" sz="1500" i="1" kern="1200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4" name="Textfeld 313">
            <a:extLst>
              <a:ext uri="{FF2B5EF4-FFF2-40B4-BE49-F238E27FC236}">
                <a16:creationId xmlns:a16="http://schemas.microsoft.com/office/drawing/2014/main" id="{F2D2A727-C7DF-58FD-B4D0-17B8243BB6EC}"/>
              </a:ext>
            </a:extLst>
          </p:cNvPr>
          <p:cNvSpPr txBox="1"/>
          <p:nvPr/>
        </p:nvSpPr>
        <p:spPr>
          <a:xfrm>
            <a:off x="3271658" y="2583147"/>
            <a:ext cx="812723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AFFORDABLE</a:t>
            </a:r>
            <a:endParaRPr lang="de-DE" sz="112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5" name="Textfeld 314">
            <a:extLst>
              <a:ext uri="{FF2B5EF4-FFF2-40B4-BE49-F238E27FC236}">
                <a16:creationId xmlns:a16="http://schemas.microsoft.com/office/drawing/2014/main" id="{956491C5-4C8D-2D1E-0DA2-5C5801772AFD}"/>
              </a:ext>
            </a:extLst>
          </p:cNvPr>
          <p:cNvSpPr txBox="1"/>
          <p:nvPr/>
        </p:nvSpPr>
        <p:spPr>
          <a:xfrm>
            <a:off x="4198682" y="2591226"/>
            <a:ext cx="859210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EASY UPDATES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6" name="Textfeld 315">
            <a:extLst>
              <a:ext uri="{FF2B5EF4-FFF2-40B4-BE49-F238E27FC236}">
                <a16:creationId xmlns:a16="http://schemas.microsoft.com/office/drawing/2014/main" id="{375CAF53-1C71-D476-0447-8A4CEE34ADAB}"/>
              </a:ext>
            </a:extLst>
          </p:cNvPr>
          <p:cNvSpPr txBox="1"/>
          <p:nvPr/>
        </p:nvSpPr>
        <p:spPr>
          <a:xfrm>
            <a:off x="5172192" y="2591226"/>
            <a:ext cx="827150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DATA PRIVACY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7" name="Textfeld 316">
            <a:extLst>
              <a:ext uri="{FF2B5EF4-FFF2-40B4-BE49-F238E27FC236}">
                <a16:creationId xmlns:a16="http://schemas.microsoft.com/office/drawing/2014/main" id="{75EBA5CD-9D5E-B91D-6B25-7072B36B3FC3}"/>
              </a:ext>
            </a:extLst>
          </p:cNvPr>
          <p:cNvSpPr txBox="1"/>
          <p:nvPr/>
        </p:nvSpPr>
        <p:spPr>
          <a:xfrm>
            <a:off x="3182693" y="2780902"/>
            <a:ext cx="516167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b="1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SAFETY</a:t>
            </a:r>
            <a:endParaRPr lang="de-DE" sz="1200" b="1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8" name="Textfeld 317">
            <a:extLst>
              <a:ext uri="{FF2B5EF4-FFF2-40B4-BE49-F238E27FC236}">
                <a16:creationId xmlns:a16="http://schemas.microsoft.com/office/drawing/2014/main" id="{E0A8C1A5-9835-7AB6-5CEA-F689449AE82C}"/>
              </a:ext>
            </a:extLst>
          </p:cNvPr>
          <p:cNvSpPr txBox="1"/>
          <p:nvPr/>
        </p:nvSpPr>
        <p:spPr>
          <a:xfrm>
            <a:off x="3813159" y="2798214"/>
            <a:ext cx="872034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JOY OF DRIVING</a:t>
            </a:r>
            <a:endParaRPr lang="de-DE" sz="105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19" name="Textfeld 318">
            <a:extLst>
              <a:ext uri="{FF2B5EF4-FFF2-40B4-BE49-F238E27FC236}">
                <a16:creationId xmlns:a16="http://schemas.microsoft.com/office/drawing/2014/main" id="{A44EB551-F593-A790-559F-D4A28CF75E86}"/>
              </a:ext>
            </a:extLst>
          </p:cNvPr>
          <p:cNvSpPr txBox="1"/>
          <p:nvPr/>
        </p:nvSpPr>
        <p:spPr>
          <a:xfrm>
            <a:off x="4799493" y="2780902"/>
            <a:ext cx="1288814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b="1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FLEXIBLE STORAGE</a:t>
            </a:r>
            <a:endParaRPr lang="de-DE" sz="1200" b="1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0" name="Textfeld 319">
            <a:extLst>
              <a:ext uri="{FF2B5EF4-FFF2-40B4-BE49-F238E27FC236}">
                <a16:creationId xmlns:a16="http://schemas.microsoft.com/office/drawing/2014/main" id="{D482965D-DA24-B66C-95B0-2BEDBC3AC794}"/>
              </a:ext>
            </a:extLst>
          </p:cNvPr>
          <p:cNvSpPr txBox="1"/>
          <p:nvPr/>
        </p:nvSpPr>
        <p:spPr>
          <a:xfrm>
            <a:off x="3051003" y="2999047"/>
            <a:ext cx="1000274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EVERYDAY SPACE</a:t>
            </a:r>
            <a:endParaRPr lang="de-DE" sz="105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1" name="Textfeld 320">
            <a:extLst>
              <a:ext uri="{FF2B5EF4-FFF2-40B4-BE49-F238E27FC236}">
                <a16:creationId xmlns:a16="http://schemas.microsoft.com/office/drawing/2014/main" id="{67791AA1-8A22-E943-00C7-833D3D74C7C3}"/>
              </a:ext>
            </a:extLst>
          </p:cNvPr>
          <p:cNvSpPr txBox="1"/>
          <p:nvPr/>
        </p:nvSpPr>
        <p:spPr>
          <a:xfrm>
            <a:off x="4165576" y="2990967"/>
            <a:ext cx="684483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EFFICIENCY</a:t>
            </a:r>
            <a:endParaRPr lang="de-DE" sz="112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2" name="Textfeld 321">
            <a:extLst>
              <a:ext uri="{FF2B5EF4-FFF2-40B4-BE49-F238E27FC236}">
                <a16:creationId xmlns:a16="http://schemas.microsoft.com/office/drawing/2014/main" id="{E41EC10E-EB56-D400-A812-BBE29E386055}"/>
              </a:ext>
            </a:extLst>
          </p:cNvPr>
          <p:cNvSpPr txBox="1"/>
          <p:nvPr/>
        </p:nvSpPr>
        <p:spPr>
          <a:xfrm>
            <a:off x="4964359" y="2999047"/>
            <a:ext cx="692497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CONNECTED</a:t>
            </a:r>
            <a:endParaRPr lang="de-DE" sz="105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3" name="Textfeld 322">
            <a:extLst>
              <a:ext uri="{FF2B5EF4-FFF2-40B4-BE49-F238E27FC236}">
                <a16:creationId xmlns:a16="http://schemas.microsoft.com/office/drawing/2014/main" id="{D2A36DB3-04F6-C3F1-AC20-9FAFA737D5B7}"/>
              </a:ext>
            </a:extLst>
          </p:cNvPr>
          <p:cNvSpPr txBox="1"/>
          <p:nvPr/>
        </p:nvSpPr>
        <p:spPr>
          <a:xfrm>
            <a:off x="5771157" y="2990967"/>
            <a:ext cx="448841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DESIGN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4" name="Textfeld 323">
            <a:extLst>
              <a:ext uri="{FF2B5EF4-FFF2-40B4-BE49-F238E27FC236}">
                <a16:creationId xmlns:a16="http://schemas.microsoft.com/office/drawing/2014/main" id="{3EE80506-334E-FBC6-7687-006A77914D02}"/>
              </a:ext>
            </a:extLst>
          </p:cNvPr>
          <p:cNvSpPr txBox="1"/>
          <p:nvPr/>
        </p:nvSpPr>
        <p:spPr>
          <a:xfrm>
            <a:off x="3002354" y="3223348"/>
            <a:ext cx="702115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GREAT SOUND</a:t>
            </a:r>
            <a:endParaRPr lang="de-DE" sz="90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5" name="Textfeld 324">
            <a:extLst>
              <a:ext uri="{FF2B5EF4-FFF2-40B4-BE49-F238E27FC236}">
                <a16:creationId xmlns:a16="http://schemas.microsoft.com/office/drawing/2014/main" id="{8A02941E-CCFB-2EB7-96C8-84998CEE3B18}"/>
              </a:ext>
            </a:extLst>
          </p:cNvPr>
          <p:cNvSpPr txBox="1"/>
          <p:nvPr/>
        </p:nvSpPr>
        <p:spPr>
          <a:xfrm>
            <a:off x="3818770" y="3188722"/>
            <a:ext cx="104515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EASY CHARGING</a:t>
            </a:r>
            <a:endParaRPr lang="de-DE" sz="120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6" name="Textfeld 325">
            <a:extLst>
              <a:ext uri="{FF2B5EF4-FFF2-40B4-BE49-F238E27FC236}">
                <a16:creationId xmlns:a16="http://schemas.microsoft.com/office/drawing/2014/main" id="{431DBEFD-E6AF-06E3-9C7F-BA08008BAD81}"/>
              </a:ext>
            </a:extLst>
          </p:cNvPr>
          <p:cNvSpPr txBox="1"/>
          <p:nvPr/>
        </p:nvSpPr>
        <p:spPr>
          <a:xfrm>
            <a:off x="4978228" y="3197956"/>
            <a:ext cx="1290418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RELIABLE SOFTWARE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7" name="Textfeld 326">
            <a:extLst>
              <a:ext uri="{FF2B5EF4-FFF2-40B4-BE49-F238E27FC236}">
                <a16:creationId xmlns:a16="http://schemas.microsoft.com/office/drawing/2014/main" id="{34E5B0DD-F0C2-63E1-AEC3-3C72AB4BADBF}"/>
              </a:ext>
            </a:extLst>
          </p:cNvPr>
          <p:cNvSpPr txBox="1"/>
          <p:nvPr/>
        </p:nvSpPr>
        <p:spPr>
          <a:xfrm>
            <a:off x="3123381" y="3398788"/>
            <a:ext cx="100989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CLEAR DISPLAYS</a:t>
            </a:r>
            <a:endParaRPr lang="de-DE" sz="112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28" name="Textfeld 327">
            <a:extLst>
              <a:ext uri="{FF2B5EF4-FFF2-40B4-BE49-F238E27FC236}">
                <a16:creationId xmlns:a16="http://schemas.microsoft.com/office/drawing/2014/main" id="{185B4EE2-529C-EA99-3751-7F51A062368B}"/>
              </a:ext>
            </a:extLst>
          </p:cNvPr>
          <p:cNvSpPr txBox="1"/>
          <p:nvPr/>
        </p:nvSpPr>
        <p:spPr>
          <a:xfrm>
            <a:off x="4247573" y="3406867"/>
            <a:ext cx="700513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EASY ENTRY</a:t>
            </a:r>
          </a:p>
        </p:txBody>
      </p:sp>
      <p:sp>
        <p:nvSpPr>
          <p:cNvPr id="329" name="Textfeld 328">
            <a:extLst>
              <a:ext uri="{FF2B5EF4-FFF2-40B4-BE49-F238E27FC236}">
                <a16:creationId xmlns:a16="http://schemas.microsoft.com/office/drawing/2014/main" id="{9E08265D-ECAD-1171-6B48-B5B6343203F0}"/>
              </a:ext>
            </a:extLst>
          </p:cNvPr>
          <p:cNvSpPr txBox="1"/>
          <p:nvPr/>
        </p:nvSpPr>
        <p:spPr>
          <a:xfrm>
            <a:off x="5062386" y="3406867"/>
            <a:ext cx="1085233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SEAT VENTILATION</a:t>
            </a:r>
            <a:endParaRPr lang="de-DE" sz="105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0" name="Textfeld 329">
            <a:extLst>
              <a:ext uri="{FF2B5EF4-FFF2-40B4-BE49-F238E27FC236}">
                <a16:creationId xmlns:a16="http://schemas.microsoft.com/office/drawing/2014/main" id="{45249895-0F76-2006-250F-1644273604D7}"/>
              </a:ext>
            </a:extLst>
          </p:cNvPr>
          <p:cNvSpPr txBox="1"/>
          <p:nvPr/>
        </p:nvSpPr>
        <p:spPr>
          <a:xfrm>
            <a:off x="3149029" y="3631168"/>
            <a:ext cx="1017907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HOME CHARGING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1" name="Textfeld 330">
            <a:extLst>
              <a:ext uri="{FF2B5EF4-FFF2-40B4-BE49-F238E27FC236}">
                <a16:creationId xmlns:a16="http://schemas.microsoft.com/office/drawing/2014/main" id="{DE6C4BFE-BB74-2B17-C705-8C3E86FE0EC8}"/>
              </a:ext>
            </a:extLst>
          </p:cNvPr>
          <p:cNvSpPr txBox="1"/>
          <p:nvPr/>
        </p:nvSpPr>
        <p:spPr>
          <a:xfrm>
            <a:off x="4281236" y="3639247"/>
            <a:ext cx="508152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b="1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ART APP</a:t>
            </a:r>
          </a:p>
        </p:txBody>
      </p:sp>
      <p:sp>
        <p:nvSpPr>
          <p:cNvPr id="332" name="Textfeld 331">
            <a:extLst>
              <a:ext uri="{FF2B5EF4-FFF2-40B4-BE49-F238E27FC236}">
                <a16:creationId xmlns:a16="http://schemas.microsoft.com/office/drawing/2014/main" id="{0D7FF00C-4FF4-4D0E-568F-31140EE61044}"/>
              </a:ext>
            </a:extLst>
          </p:cNvPr>
          <p:cNvSpPr txBox="1"/>
          <p:nvPr/>
        </p:nvSpPr>
        <p:spPr>
          <a:xfrm>
            <a:off x="5076813" y="3596544"/>
            <a:ext cx="1045158" cy="21852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42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INTUITIVE UX</a:t>
            </a:r>
            <a:endParaRPr lang="de-DE" sz="142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3" name="Textfeld 332">
            <a:extLst>
              <a:ext uri="{FF2B5EF4-FFF2-40B4-BE49-F238E27FC236}">
                <a16:creationId xmlns:a16="http://schemas.microsoft.com/office/drawing/2014/main" id="{9A3723C1-543B-D532-F6F3-8BD25B03BF90}"/>
              </a:ext>
            </a:extLst>
          </p:cNvPr>
          <p:cNvSpPr txBox="1"/>
          <p:nvPr/>
        </p:nvSpPr>
        <p:spPr>
          <a:xfrm>
            <a:off x="3010370" y="3840464"/>
            <a:ext cx="1005083" cy="1969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8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ICONIC DESIGN</a:t>
            </a:r>
            <a:endParaRPr lang="de-DE" sz="128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4" name="Textfeld 333">
            <a:extLst>
              <a:ext uri="{FF2B5EF4-FFF2-40B4-BE49-F238E27FC236}">
                <a16:creationId xmlns:a16="http://schemas.microsoft.com/office/drawing/2014/main" id="{6D262C56-675B-CE8F-8B94-DD4254DB8D9D}"/>
              </a:ext>
            </a:extLst>
          </p:cNvPr>
          <p:cNvSpPr txBox="1"/>
          <p:nvPr/>
        </p:nvSpPr>
        <p:spPr>
          <a:xfrm>
            <a:off x="4129753" y="3858931"/>
            <a:ext cx="1340110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COMFORTABLE SEATS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5" name="Textfeld 334">
            <a:extLst>
              <a:ext uri="{FF2B5EF4-FFF2-40B4-BE49-F238E27FC236}">
                <a16:creationId xmlns:a16="http://schemas.microsoft.com/office/drawing/2014/main" id="{A09F2A6E-67D8-6437-1D5A-AC4DCF6E3C37}"/>
              </a:ext>
            </a:extLst>
          </p:cNvPr>
          <p:cNvSpPr txBox="1"/>
          <p:nvPr/>
        </p:nvSpPr>
        <p:spPr>
          <a:xfrm>
            <a:off x="5584163" y="3884323"/>
            <a:ext cx="676467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SMOOTH RIDE</a:t>
            </a:r>
            <a:endParaRPr lang="de-DE" sz="9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6" name="Textfeld 335">
            <a:extLst>
              <a:ext uri="{FF2B5EF4-FFF2-40B4-BE49-F238E27FC236}">
                <a16:creationId xmlns:a16="http://schemas.microsoft.com/office/drawing/2014/main" id="{BEC9FC94-7FE2-A8F5-9A11-D6927C34893E}"/>
              </a:ext>
            </a:extLst>
          </p:cNvPr>
          <p:cNvSpPr txBox="1"/>
          <p:nvPr/>
        </p:nvSpPr>
        <p:spPr>
          <a:xfrm>
            <a:off x="3424989" y="4062842"/>
            <a:ext cx="1115690" cy="1969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8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FAST CHARGING</a:t>
            </a:r>
            <a:endParaRPr lang="de-DE" sz="128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7" name="Textfeld 336">
            <a:extLst>
              <a:ext uri="{FF2B5EF4-FFF2-40B4-BE49-F238E27FC236}">
                <a16:creationId xmlns:a16="http://schemas.microsoft.com/office/drawing/2014/main" id="{FA317F2E-5D2F-C426-24BA-73F9F852C1F6}"/>
              </a:ext>
            </a:extLst>
          </p:cNvPr>
          <p:cNvSpPr txBox="1"/>
          <p:nvPr/>
        </p:nvSpPr>
        <p:spPr>
          <a:xfrm>
            <a:off x="4654979" y="4089387"/>
            <a:ext cx="1191032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FAST APP RESPONSE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8" name="Textfeld 337">
            <a:extLst>
              <a:ext uri="{FF2B5EF4-FFF2-40B4-BE49-F238E27FC236}">
                <a16:creationId xmlns:a16="http://schemas.microsoft.com/office/drawing/2014/main" id="{4A30347D-2068-3142-3161-3179BE027F36}"/>
              </a:ext>
            </a:extLst>
          </p:cNvPr>
          <p:cNvSpPr txBox="1"/>
          <p:nvPr/>
        </p:nvSpPr>
        <p:spPr>
          <a:xfrm>
            <a:off x="3064871" y="4301377"/>
            <a:ext cx="825547" cy="15081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8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SPORT WHEELS</a:t>
            </a:r>
            <a:endParaRPr lang="de-DE" sz="98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39" name="Textfeld 338">
            <a:extLst>
              <a:ext uri="{FF2B5EF4-FFF2-40B4-BE49-F238E27FC236}">
                <a16:creationId xmlns:a16="http://schemas.microsoft.com/office/drawing/2014/main" id="{02BC1770-EEFE-F80A-3BDA-1989EF4B3951}"/>
              </a:ext>
            </a:extLst>
          </p:cNvPr>
          <p:cNvSpPr txBox="1"/>
          <p:nvPr/>
        </p:nvSpPr>
        <p:spPr>
          <a:xfrm>
            <a:off x="4004718" y="4285219"/>
            <a:ext cx="1261564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REAL-WORLD RANGE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0" name="Textfeld 339">
            <a:extLst>
              <a:ext uri="{FF2B5EF4-FFF2-40B4-BE49-F238E27FC236}">
                <a16:creationId xmlns:a16="http://schemas.microsoft.com/office/drawing/2014/main" id="{7F607F02-2B92-A348-5DCB-B5755326517D}"/>
              </a:ext>
            </a:extLst>
          </p:cNvPr>
          <p:cNvSpPr txBox="1"/>
          <p:nvPr/>
        </p:nvSpPr>
        <p:spPr>
          <a:xfrm>
            <a:off x="5380582" y="4293298"/>
            <a:ext cx="825547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EASY PARKING</a:t>
            </a:r>
            <a:endParaRPr lang="de-DE" sz="105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1" name="Textfeld 340">
            <a:extLst>
              <a:ext uri="{FF2B5EF4-FFF2-40B4-BE49-F238E27FC236}">
                <a16:creationId xmlns:a16="http://schemas.microsoft.com/office/drawing/2014/main" id="{45E8B855-3157-BB80-8F79-C87A2FBF9CA0}"/>
              </a:ext>
            </a:extLst>
          </p:cNvPr>
          <p:cNvSpPr txBox="1"/>
          <p:nvPr/>
        </p:nvSpPr>
        <p:spPr>
          <a:xfrm>
            <a:off x="3121778" y="4508366"/>
            <a:ext cx="743793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HEATED SEATS</a:t>
            </a:r>
            <a:endParaRPr lang="de-DE" sz="900" b="1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2" name="Textfeld 341">
            <a:extLst>
              <a:ext uri="{FF2B5EF4-FFF2-40B4-BE49-F238E27FC236}">
                <a16:creationId xmlns:a16="http://schemas.microsoft.com/office/drawing/2014/main" id="{6702B42F-2C76-3144-DAA5-1D09C09B64C0}"/>
              </a:ext>
            </a:extLst>
          </p:cNvPr>
          <p:cNvSpPr txBox="1"/>
          <p:nvPr/>
        </p:nvSpPr>
        <p:spPr>
          <a:xfrm>
            <a:off x="3979871" y="4482974"/>
            <a:ext cx="123912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LONG BATTERY LIFE</a:t>
            </a:r>
            <a:endParaRPr lang="de-DE" sz="112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3" name="Textfeld 342">
            <a:extLst>
              <a:ext uri="{FF2B5EF4-FFF2-40B4-BE49-F238E27FC236}">
                <a16:creationId xmlns:a16="http://schemas.microsoft.com/office/drawing/2014/main" id="{6B0F8EE8-9937-DA2F-C6B0-32212575A3E7}"/>
              </a:ext>
            </a:extLst>
          </p:cNvPr>
          <p:cNvSpPr txBox="1"/>
          <p:nvPr/>
        </p:nvSpPr>
        <p:spPr>
          <a:xfrm>
            <a:off x="5333293" y="4499132"/>
            <a:ext cx="815929" cy="15081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80" kern="1200">
                <a:solidFill>
                  <a:srgbClr val="C3E7F0"/>
                </a:solidFill>
                <a:latin typeface="BMWGroupTN Condensed" pitchFamily="2" charset="0"/>
                <a:ea typeface="+mn-ea"/>
                <a:cs typeface="+mn-cs"/>
              </a:rPr>
              <a:t>PERSONALIZED</a:t>
            </a:r>
            <a:endParaRPr lang="de-DE" sz="980" kern="1200" err="1">
              <a:solidFill>
                <a:srgbClr val="C3E7F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4" name="Textfeld 343">
            <a:extLst>
              <a:ext uri="{FF2B5EF4-FFF2-40B4-BE49-F238E27FC236}">
                <a16:creationId xmlns:a16="http://schemas.microsoft.com/office/drawing/2014/main" id="{9AF8627E-E838-B355-FE91-C3C59ADF2E03}"/>
              </a:ext>
            </a:extLst>
          </p:cNvPr>
          <p:cNvSpPr txBox="1"/>
          <p:nvPr/>
        </p:nvSpPr>
        <p:spPr>
          <a:xfrm>
            <a:off x="3048040" y="4698042"/>
            <a:ext cx="705321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CARBON ROOF</a:t>
            </a:r>
            <a:endParaRPr lang="de-DE" sz="90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5" name="Textfeld 344">
            <a:extLst>
              <a:ext uri="{FF2B5EF4-FFF2-40B4-BE49-F238E27FC236}">
                <a16:creationId xmlns:a16="http://schemas.microsoft.com/office/drawing/2014/main" id="{94EAC6CC-5AF3-6399-7926-3268F7F11AC7}"/>
              </a:ext>
            </a:extLst>
          </p:cNvPr>
          <p:cNvSpPr txBox="1"/>
          <p:nvPr/>
        </p:nvSpPr>
        <p:spPr>
          <a:xfrm>
            <a:off x="3867662" y="4680729"/>
            <a:ext cx="1272784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SIMPLE MAINTENANCE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6" name="Textfeld 345">
            <a:extLst>
              <a:ext uri="{FF2B5EF4-FFF2-40B4-BE49-F238E27FC236}">
                <a16:creationId xmlns:a16="http://schemas.microsoft.com/office/drawing/2014/main" id="{8F02843D-039D-2906-035A-A3CB3554D99C}"/>
              </a:ext>
            </a:extLst>
          </p:cNvPr>
          <p:cNvSpPr txBox="1"/>
          <p:nvPr/>
        </p:nvSpPr>
        <p:spPr>
          <a:xfrm>
            <a:off x="5254746" y="4698042"/>
            <a:ext cx="968214" cy="1384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CLEAR NAVIGATION</a:t>
            </a:r>
            <a:endParaRPr lang="de-DE" sz="9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7" name="Textfeld 346">
            <a:extLst>
              <a:ext uri="{FF2B5EF4-FFF2-40B4-BE49-F238E27FC236}">
                <a16:creationId xmlns:a16="http://schemas.microsoft.com/office/drawing/2014/main" id="{D7D743AE-DFC1-CF01-B524-0358FBE6B150}"/>
              </a:ext>
            </a:extLst>
          </p:cNvPr>
          <p:cNvSpPr txBox="1"/>
          <p:nvPr/>
        </p:nvSpPr>
        <p:spPr>
          <a:xfrm>
            <a:off x="3076894" y="4867711"/>
            <a:ext cx="1288814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LOW RUNNING COSTS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8" name="Textfeld 347">
            <a:extLst>
              <a:ext uri="{FF2B5EF4-FFF2-40B4-BE49-F238E27FC236}">
                <a16:creationId xmlns:a16="http://schemas.microsoft.com/office/drawing/2014/main" id="{C7561BC7-78DE-34BD-11CE-0D20C9192FD5}"/>
              </a:ext>
            </a:extLst>
          </p:cNvPr>
          <p:cNvSpPr txBox="1"/>
          <p:nvPr/>
        </p:nvSpPr>
        <p:spPr>
          <a:xfrm>
            <a:off x="4480008" y="4867711"/>
            <a:ext cx="549831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DYNAMIC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49" name="Textfeld 348">
            <a:extLst>
              <a:ext uri="{FF2B5EF4-FFF2-40B4-BE49-F238E27FC236}">
                <a16:creationId xmlns:a16="http://schemas.microsoft.com/office/drawing/2014/main" id="{8501BB45-67C7-F5BC-774C-DE0056DBC539}"/>
              </a:ext>
            </a:extLst>
          </p:cNvPr>
          <p:cNvSpPr txBox="1"/>
          <p:nvPr/>
        </p:nvSpPr>
        <p:spPr>
          <a:xfrm>
            <a:off x="5144139" y="4875790"/>
            <a:ext cx="1049967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ROOM FOR FAMILY</a:t>
            </a:r>
            <a:endParaRPr lang="de-DE" sz="105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0" name="Textfeld 349">
            <a:extLst>
              <a:ext uri="{FF2B5EF4-FFF2-40B4-BE49-F238E27FC236}">
                <a16:creationId xmlns:a16="http://schemas.microsoft.com/office/drawing/2014/main" id="{9AE23216-E724-3147-E2F0-E7472F9BA3A9}"/>
              </a:ext>
            </a:extLst>
          </p:cNvPr>
          <p:cNvSpPr txBox="1"/>
          <p:nvPr/>
        </p:nvSpPr>
        <p:spPr>
          <a:xfrm>
            <a:off x="3194715" y="5065466"/>
            <a:ext cx="84959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SUSTAINABLE</a:t>
            </a:r>
            <a:endParaRPr lang="de-DE" sz="112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1" name="Textfeld 350">
            <a:extLst>
              <a:ext uri="{FF2B5EF4-FFF2-40B4-BE49-F238E27FC236}">
                <a16:creationId xmlns:a16="http://schemas.microsoft.com/office/drawing/2014/main" id="{D26FE032-4003-3B68-4384-E7E80B10F868}"/>
              </a:ext>
            </a:extLst>
          </p:cNvPr>
          <p:cNvSpPr txBox="1"/>
          <p:nvPr/>
        </p:nvSpPr>
        <p:spPr>
          <a:xfrm>
            <a:off x="4158607" y="5065466"/>
            <a:ext cx="1266372" cy="1723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120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EASY CHILD SEAT FIT</a:t>
            </a:r>
            <a:endParaRPr lang="de-DE" sz="1120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2" name="Textfeld 351">
            <a:extLst>
              <a:ext uri="{FF2B5EF4-FFF2-40B4-BE49-F238E27FC236}">
                <a16:creationId xmlns:a16="http://schemas.microsoft.com/office/drawing/2014/main" id="{5E44F8D4-1DCA-D046-26D7-20E42DEFF5A4}"/>
              </a:ext>
            </a:extLst>
          </p:cNvPr>
          <p:cNvSpPr txBox="1"/>
          <p:nvPr/>
        </p:nvSpPr>
        <p:spPr>
          <a:xfrm>
            <a:off x="5539279" y="5073545"/>
            <a:ext cx="537006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050" kern="1200">
                <a:solidFill>
                  <a:srgbClr val="548D9E"/>
                </a:solidFill>
                <a:latin typeface="BMWGroupTN Condensed" pitchFamily="2" charset="0"/>
                <a:ea typeface="+mn-ea"/>
                <a:cs typeface="+mn-cs"/>
              </a:rPr>
              <a:t>ELECTRIC</a:t>
            </a:r>
            <a:endParaRPr lang="de-DE" sz="1050" kern="1200" err="1">
              <a:solidFill>
                <a:srgbClr val="548D9E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3" name="Textfeld 352">
            <a:extLst>
              <a:ext uri="{FF2B5EF4-FFF2-40B4-BE49-F238E27FC236}">
                <a16:creationId xmlns:a16="http://schemas.microsoft.com/office/drawing/2014/main" id="{2A792B62-9779-A95F-B41E-45D093644825}"/>
              </a:ext>
            </a:extLst>
          </p:cNvPr>
          <p:cNvSpPr txBox="1"/>
          <p:nvPr/>
        </p:nvSpPr>
        <p:spPr>
          <a:xfrm>
            <a:off x="2997545" y="5297846"/>
            <a:ext cx="13673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200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PHYSICAL CONTROLS</a:t>
            </a:r>
            <a:endParaRPr lang="de-DE" sz="1200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4" name="Textfeld 353">
            <a:extLst>
              <a:ext uri="{FF2B5EF4-FFF2-40B4-BE49-F238E27FC236}">
                <a16:creationId xmlns:a16="http://schemas.microsoft.com/office/drawing/2014/main" id="{D6F1B13B-822F-8B23-C42F-C468EE96F96A}"/>
              </a:ext>
            </a:extLst>
          </p:cNvPr>
          <p:cNvSpPr txBox="1"/>
          <p:nvPr/>
        </p:nvSpPr>
        <p:spPr>
          <a:xfrm>
            <a:off x="4479206" y="5280534"/>
            <a:ext cx="1104470" cy="20774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350" b="1" kern="1200">
                <a:solidFill>
                  <a:srgbClr val="C8D7E0"/>
                </a:solidFill>
                <a:latin typeface="BMWGroupTN Condensed" pitchFamily="2" charset="0"/>
                <a:ea typeface="+mn-ea"/>
                <a:cs typeface="+mn-cs"/>
              </a:rPr>
              <a:t>PREMIUM FEEL</a:t>
            </a:r>
            <a:endParaRPr lang="de-DE" sz="1350" b="1" kern="1200" err="1">
              <a:solidFill>
                <a:srgbClr val="C8D7E0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5" name="Textfeld 354">
            <a:extLst>
              <a:ext uri="{FF2B5EF4-FFF2-40B4-BE49-F238E27FC236}">
                <a16:creationId xmlns:a16="http://schemas.microsoft.com/office/drawing/2014/main" id="{FDAC42ED-3553-FB90-7422-0D9C0BA7E1A6}"/>
              </a:ext>
            </a:extLst>
          </p:cNvPr>
          <p:cNvSpPr txBox="1"/>
          <p:nvPr/>
        </p:nvSpPr>
        <p:spPr>
          <a:xfrm>
            <a:off x="5697977" y="5263221"/>
            <a:ext cx="575479" cy="2308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b="1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RANGE</a:t>
            </a:r>
            <a:endParaRPr lang="de-DE" sz="1500" b="1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6" name="Textfeld 355">
            <a:extLst>
              <a:ext uri="{FF2B5EF4-FFF2-40B4-BE49-F238E27FC236}">
                <a16:creationId xmlns:a16="http://schemas.microsoft.com/office/drawing/2014/main" id="{B644F2F4-A647-68E5-EB54-636A62033BAA}"/>
              </a:ext>
            </a:extLst>
          </p:cNvPr>
          <p:cNvSpPr txBox="1"/>
          <p:nvPr/>
        </p:nvSpPr>
        <p:spPr>
          <a:xfrm>
            <a:off x="10096500" y="5162569"/>
            <a:ext cx="1524000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900" b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FUTURE BMW SEDAN</a:t>
            </a:r>
            <a:endParaRPr lang="de-DE" sz="900" b="1" kern="1200" err="1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357" name="Textfeld 356">
            <a:extLst>
              <a:ext uri="{FF2B5EF4-FFF2-40B4-BE49-F238E27FC236}">
                <a16:creationId xmlns:a16="http://schemas.microsoft.com/office/drawing/2014/main" id="{60D6FCD8-CCBF-1705-C0FA-131722A9FD31}"/>
              </a:ext>
            </a:extLst>
          </p:cNvPr>
          <p:cNvSpPr txBox="1"/>
          <p:nvPr/>
        </p:nvSpPr>
        <p:spPr>
          <a:xfrm>
            <a:off x="10096500" y="5314969"/>
            <a:ext cx="1524000" cy="107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700" kern="1200">
                <a:solidFill>
                  <a:srgbClr val="85ACB9"/>
                </a:solidFill>
                <a:latin typeface="BMWGroupTN Condensed" pitchFamily="2" charset="0"/>
                <a:ea typeface="+mn-ea"/>
                <a:cs typeface="+mn-cs"/>
              </a:rPr>
              <a:t>AI CONCEPT VISUAL</a:t>
            </a:r>
            <a:endParaRPr lang="de-DE" sz="700" kern="1200" err="1">
              <a:solidFill>
                <a:srgbClr val="85ACB9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81323A8-14C5-ECB6-4A5C-FCB77913F3E2}"/>
              </a:ext>
            </a:extLst>
          </p:cNvPr>
          <p:cNvSpPr txBox="1"/>
          <p:nvPr/>
        </p:nvSpPr>
        <p:spPr>
          <a:xfrm>
            <a:off x="723900" y="2703021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“The NEW XPENG.”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376663E-E248-6798-1F59-042655FA4FFC}"/>
              </a:ext>
            </a:extLst>
          </p:cNvPr>
          <p:cNvSpPr txBox="1"/>
          <p:nvPr/>
        </p:nvSpPr>
        <p:spPr>
          <a:xfrm>
            <a:off x="723900" y="3273807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Ugly kidney grille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469E7A6-3A38-B9C3-9ADD-EADD07141541}"/>
              </a:ext>
            </a:extLst>
          </p:cNvPr>
          <p:cNvSpPr txBox="1"/>
          <p:nvPr/>
        </p:nvSpPr>
        <p:spPr>
          <a:xfrm>
            <a:off x="723900" y="3835340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“Too </a:t>
            </a:r>
            <a:r>
              <a:rPr lang="de-DE" sz="1500" i="1" kern="1200" dirty="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much</a:t>
            </a: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 </a:t>
            </a:r>
            <a:r>
              <a:rPr lang="de-DE" sz="1500" i="1" kern="1200" dirty="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plastic</a:t>
            </a:r>
            <a:r>
              <a:rPr lang="de-DE" sz="1500" i="1" kern="1200" dirty="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EDE21FC-8D7A-555B-FAEC-C4478AEAAA09}"/>
              </a:ext>
            </a:extLst>
          </p:cNvPr>
          <p:cNvSpPr txBox="1"/>
          <p:nvPr/>
        </p:nvSpPr>
        <p:spPr>
          <a:xfrm>
            <a:off x="723900" y="4360115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Uncomfortable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 </a:t>
            </a:r>
            <a:r>
              <a:rPr lang="de-DE" sz="1500" i="1" kern="1200" err="1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seats</a:t>
            </a: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.”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E0E4F99-CBF1-B689-055E-BF074981E6B2}"/>
              </a:ext>
            </a:extLst>
          </p:cNvPr>
          <p:cNvSpPr txBox="1"/>
          <p:nvPr/>
        </p:nvSpPr>
        <p:spPr>
          <a:xfrm>
            <a:off x="723900" y="4921515"/>
            <a:ext cx="2540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de-DE" sz="1500" i="1" kern="1200">
                <a:solidFill>
                  <a:srgbClr val="FFFFFF"/>
                </a:solidFill>
                <a:latin typeface="BMWGroupTN Condensed" pitchFamily="2" charset="0"/>
                <a:ea typeface="+mn-ea"/>
                <a:cs typeface="+mn-cs"/>
              </a:rPr>
              <a:t>“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Very nice </a:t>
            </a:r>
            <a:r>
              <a:rPr lang="de-DE" sz="1500" i="1" err="1">
                <a:solidFill>
                  <a:srgbClr val="FFFFFF"/>
                </a:solidFill>
                <a:latin typeface="BMWGroupTN Condensed" pitchFamily="2" charset="0"/>
              </a:rPr>
              <a:t>exterior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 </a:t>
            </a:r>
            <a:r>
              <a:rPr lang="de-DE" sz="1500" i="1" err="1">
                <a:solidFill>
                  <a:srgbClr val="FFFFFF"/>
                </a:solidFill>
                <a:latin typeface="BMWGroupTN Condensed" pitchFamily="2" charset="0"/>
              </a:rPr>
              <a:t>colors</a:t>
            </a:r>
            <a:r>
              <a:rPr lang="de-DE" sz="1500" i="1">
                <a:solidFill>
                  <a:srgbClr val="FFFFFF"/>
                </a:solidFill>
                <a:latin typeface="BMWGroupTN Condensed" pitchFamily="2" charset="0"/>
              </a:rPr>
              <a:t>.”</a:t>
            </a:r>
            <a:endParaRPr lang="de-DE" sz="1500" i="1" kern="1200">
              <a:solidFill>
                <a:srgbClr val="FFFFFF"/>
              </a:solidFill>
              <a:latin typeface="BMWGroupTN Condensed" pitchFamily="2" charset="0"/>
              <a:ea typeface="+mn-ea"/>
              <a:cs typeface="+mn-cs"/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F0C0016-4009-A283-1535-CD6D6F7774CA}"/>
              </a:ext>
            </a:extLst>
          </p:cNvPr>
          <p:cNvCxnSpPr/>
          <p:nvPr/>
        </p:nvCxnSpPr>
        <p:spPr>
          <a:xfrm>
            <a:off x="566928" y="2156059"/>
            <a:ext cx="10790883" cy="0"/>
          </a:xfrm>
          <a:prstGeom prst="line">
            <a:avLst/>
          </a:prstGeom>
          <a:ln w="19050">
            <a:solidFill>
              <a:schemeClr val="bg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39125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10FC-E8F0-4E6F-9BFB-7894FAFD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hteck 131">
            <a:extLst>
              <a:ext uri="{FF2B5EF4-FFF2-40B4-BE49-F238E27FC236}">
                <a16:creationId xmlns:a16="http://schemas.microsoft.com/office/drawing/2014/main" id="{6FF8934D-A70D-916F-D4B4-4A31CCA70E31}"/>
              </a:ext>
            </a:extLst>
          </p:cNvPr>
          <p:cNvSpPr/>
          <p:nvPr/>
        </p:nvSpPr>
        <p:spPr>
          <a:xfrm>
            <a:off x="8447284" y="2306435"/>
            <a:ext cx="1601606" cy="34417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0F88A928-0C29-1902-CEE0-9770789DC4D0}"/>
              </a:ext>
            </a:extLst>
          </p:cNvPr>
          <p:cNvSpPr/>
          <p:nvPr/>
        </p:nvSpPr>
        <p:spPr>
          <a:xfrm>
            <a:off x="5570257" y="2306434"/>
            <a:ext cx="1677000" cy="34417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100" b="1" err="1"/>
              <a:t>Specification</a:t>
            </a:r>
            <a:r>
              <a:rPr lang="de-DE" sz="1100" b="1"/>
              <a:t> and </a:t>
            </a:r>
            <a:r>
              <a:rPr lang="de-DE" sz="1100" b="1" err="1"/>
              <a:t>quantification</a:t>
            </a:r>
            <a:endParaRPr lang="de-DE" sz="1100" b="1"/>
          </a:p>
          <a:p>
            <a:endParaRPr lang="de-DE" sz="1100" b="1"/>
          </a:p>
          <a:p>
            <a:r>
              <a:rPr lang="de-DE" sz="1100"/>
              <a:t>Define </a:t>
            </a:r>
            <a:r>
              <a:rPr lang="de-DE" sz="1100" err="1"/>
              <a:t>measurable</a:t>
            </a:r>
            <a:r>
              <a:rPr lang="de-DE" sz="1100"/>
              <a:t> </a:t>
            </a:r>
            <a:r>
              <a:rPr lang="de-DE" sz="1100" err="1"/>
              <a:t>targets</a:t>
            </a:r>
            <a:r>
              <a:rPr lang="de-DE" sz="1100"/>
              <a:t> and </a:t>
            </a:r>
            <a:r>
              <a:rPr lang="de-DE" sz="1100" err="1"/>
              <a:t>acceptance</a:t>
            </a:r>
            <a:r>
              <a:rPr lang="de-DE" sz="1100"/>
              <a:t> </a:t>
            </a:r>
            <a:r>
              <a:rPr lang="de-DE" sz="1100" err="1"/>
              <a:t>criteria</a:t>
            </a:r>
            <a:endParaRPr lang="de-DE" sz="1100"/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EFB4BF00-CF9D-919B-7D9B-C4F8352BFBF2}"/>
              </a:ext>
            </a:extLst>
          </p:cNvPr>
          <p:cNvSpPr/>
          <p:nvPr/>
        </p:nvSpPr>
        <p:spPr>
          <a:xfrm>
            <a:off x="577319" y="2306434"/>
            <a:ext cx="3162300" cy="3458872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05286DA5-B61B-14F8-E548-BC7D70B25CC3}"/>
              </a:ext>
            </a:extLst>
          </p:cNvPr>
          <p:cNvSpPr/>
          <p:nvPr/>
        </p:nvSpPr>
        <p:spPr>
          <a:xfrm>
            <a:off x="693859" y="2386406"/>
            <a:ext cx="1391771" cy="3295228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879A8751-A304-628B-601D-13168EB6C0D5}"/>
              </a:ext>
            </a:extLst>
          </p:cNvPr>
          <p:cNvSpPr/>
          <p:nvPr/>
        </p:nvSpPr>
        <p:spPr>
          <a:xfrm>
            <a:off x="2252031" y="2391273"/>
            <a:ext cx="1391771" cy="9980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2D944E03-EA0B-D442-13E3-754CC0060446}"/>
              </a:ext>
            </a:extLst>
          </p:cNvPr>
          <p:cNvSpPr/>
          <p:nvPr/>
        </p:nvSpPr>
        <p:spPr>
          <a:xfrm>
            <a:off x="2252031" y="3550891"/>
            <a:ext cx="1391771" cy="101384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FA4C09FA-A60D-15A7-5DD3-2542BB42E505}"/>
              </a:ext>
            </a:extLst>
          </p:cNvPr>
          <p:cNvSpPr/>
          <p:nvPr/>
        </p:nvSpPr>
        <p:spPr>
          <a:xfrm>
            <a:off x="2252031" y="4792271"/>
            <a:ext cx="1391771" cy="875456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AED9445C-4A59-3C5C-DD10-015C83AD05BD}"/>
              </a:ext>
            </a:extLst>
          </p:cNvPr>
          <p:cNvSpPr/>
          <p:nvPr/>
        </p:nvSpPr>
        <p:spPr>
          <a:xfrm>
            <a:off x="3863658" y="2306434"/>
            <a:ext cx="1501706" cy="3458872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90F1DDCE-2EDD-8392-E934-55C695195AE1}"/>
              </a:ext>
            </a:extLst>
          </p:cNvPr>
          <p:cNvSpPr/>
          <p:nvPr/>
        </p:nvSpPr>
        <p:spPr>
          <a:xfrm>
            <a:off x="7251520" y="2734150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6C818041-6ACD-E420-FCDE-4D08176D8DB7}"/>
              </a:ext>
            </a:extLst>
          </p:cNvPr>
          <p:cNvSpPr/>
          <p:nvPr/>
        </p:nvSpPr>
        <p:spPr>
          <a:xfrm>
            <a:off x="7251520" y="3278348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574C2ABC-40DC-B29C-2176-D711FA4686A3}"/>
              </a:ext>
            </a:extLst>
          </p:cNvPr>
          <p:cNvSpPr/>
          <p:nvPr/>
        </p:nvSpPr>
        <p:spPr>
          <a:xfrm>
            <a:off x="7251520" y="3819509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3B2A32B2-8CB4-69A2-49CE-053882AED9FD}"/>
              </a:ext>
            </a:extLst>
          </p:cNvPr>
          <p:cNvSpPr/>
          <p:nvPr/>
        </p:nvSpPr>
        <p:spPr>
          <a:xfrm>
            <a:off x="7251520" y="4350774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0" name="Rechteck 149">
            <a:extLst>
              <a:ext uri="{FF2B5EF4-FFF2-40B4-BE49-F238E27FC236}">
                <a16:creationId xmlns:a16="http://schemas.microsoft.com/office/drawing/2014/main" id="{6C5AF362-0958-1883-1EC6-1DA8FF3DE7C1}"/>
              </a:ext>
            </a:extLst>
          </p:cNvPr>
          <p:cNvSpPr/>
          <p:nvPr/>
        </p:nvSpPr>
        <p:spPr>
          <a:xfrm>
            <a:off x="10291587" y="2306434"/>
            <a:ext cx="1395679" cy="34417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D53A6743-EBA5-1737-25C9-67EA1B5EA204}"/>
              </a:ext>
            </a:extLst>
          </p:cNvPr>
          <p:cNvSpPr txBox="1"/>
          <p:nvPr/>
        </p:nvSpPr>
        <p:spPr>
          <a:xfrm>
            <a:off x="803765" y="2551900"/>
            <a:ext cx="1059180" cy="27699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Baseline: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Previous</a:t>
            </a: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BMW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model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BMW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portfolio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Sales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volume</a:t>
            </a: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</a:t>
            </a: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35D5EC35-9BB7-B631-23A9-D8E766412206}"/>
              </a:ext>
            </a:extLst>
          </p:cNvPr>
          <p:cNvSpPr txBox="1"/>
          <p:nvPr/>
        </p:nvSpPr>
        <p:spPr>
          <a:xfrm>
            <a:off x="2513580" y="2762184"/>
            <a:ext cx="953710" cy="2154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Competition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44043588-223A-29CE-C5F7-D79B976CD7E3}"/>
              </a:ext>
            </a:extLst>
          </p:cNvPr>
          <p:cNvSpPr txBox="1"/>
          <p:nvPr/>
        </p:nvSpPr>
        <p:spPr>
          <a:xfrm>
            <a:off x="2265652" y="3808194"/>
            <a:ext cx="1332659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Customer /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public</a:t>
            </a:r>
            <a:br>
              <a:rPr lang="de-DE" sz="1400"/>
            </a:b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feedback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81D8473A-06BD-2F6F-7080-DA47C03CB579}"/>
              </a:ext>
            </a:extLst>
          </p:cNvPr>
          <p:cNvSpPr txBox="1"/>
          <p:nvPr/>
        </p:nvSpPr>
        <p:spPr>
          <a:xfrm>
            <a:off x="2471061" y="4993016"/>
            <a:ext cx="953710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Product</a:t>
            </a: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and global </a:t>
            </a: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trends</a:t>
            </a: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C0A4979E-C82D-3C38-6C6F-372AD9DD7855}"/>
              </a:ext>
            </a:extLst>
          </p:cNvPr>
          <p:cNvSpPr txBox="1"/>
          <p:nvPr/>
        </p:nvSpPr>
        <p:spPr>
          <a:xfrm>
            <a:off x="5683525" y="3901542"/>
            <a:ext cx="1533645" cy="16619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Metric</a:t>
            </a:r>
            <a:br>
              <a:rPr lang="de-DE"/>
            </a:b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specification</a:t>
            </a:r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Range: 600 or 700 mi?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>
                <a:solidFill>
                  <a:schemeClr val="bg1"/>
                </a:solidFill>
                <a:latin typeface="BMWGroupTN Condensed"/>
              </a:rPr>
              <a:t>Cooler for</a:t>
            </a:r>
            <a:br>
              <a:rPr lang="en-US"/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how many bottles?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Seat ventilation: fast enough?</a:t>
            </a:r>
            <a:endParaRPr lang="de-DE" sz="1100">
              <a:solidFill>
                <a:schemeClr val="bg1"/>
              </a:solidFill>
              <a:latin typeface="BMWGroupTN Condensed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...</a:t>
            </a: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DD4D8A8A-3C76-3422-09BF-07FC373D6584}"/>
              </a:ext>
            </a:extLst>
          </p:cNvPr>
          <p:cNvSpPr txBox="1"/>
          <p:nvPr/>
        </p:nvSpPr>
        <p:spPr>
          <a:xfrm>
            <a:off x="7295125" y="2891141"/>
            <a:ext cx="887024" cy="1692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Exterior</a:t>
            </a:r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2A6E93D8-2BB5-8576-914D-2AB90C3A9F7B}"/>
              </a:ext>
            </a:extLst>
          </p:cNvPr>
          <p:cNvSpPr txBox="1"/>
          <p:nvPr/>
        </p:nvSpPr>
        <p:spPr>
          <a:xfrm>
            <a:off x="7295125" y="3438262"/>
            <a:ext cx="887024" cy="16927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Interior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E19C9B92-CA38-72C7-4227-2AB534008DB0}"/>
              </a:ext>
            </a:extLst>
          </p:cNvPr>
          <p:cNvSpPr txBox="1"/>
          <p:nvPr/>
        </p:nvSpPr>
        <p:spPr>
          <a:xfrm>
            <a:off x="7295125" y="3987921"/>
            <a:ext cx="887024" cy="1692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Powertrain</a:t>
            </a:r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27CD09D3-D73E-88E4-DC02-C36C893672F9}"/>
              </a:ext>
            </a:extLst>
          </p:cNvPr>
          <p:cNvSpPr txBox="1"/>
          <p:nvPr/>
        </p:nvSpPr>
        <p:spPr>
          <a:xfrm>
            <a:off x="264487" y="1674700"/>
            <a:ext cx="2490612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Situation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analysis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62" name="Textfeld 161">
            <a:extLst>
              <a:ext uri="{FF2B5EF4-FFF2-40B4-BE49-F238E27FC236}">
                <a16:creationId xmlns:a16="http://schemas.microsoft.com/office/drawing/2014/main" id="{E48BDDD2-4D8D-482E-0DC8-8517715914CD}"/>
              </a:ext>
            </a:extLst>
          </p:cNvPr>
          <p:cNvSpPr txBox="1"/>
          <p:nvPr/>
        </p:nvSpPr>
        <p:spPr>
          <a:xfrm>
            <a:off x="8325271" y="1752349"/>
            <a:ext cx="169957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Prioritization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cxnSp>
        <p:nvCxnSpPr>
          <p:cNvPr id="170" name="Gerader Verbinder 169">
            <a:extLst>
              <a:ext uri="{FF2B5EF4-FFF2-40B4-BE49-F238E27FC236}">
                <a16:creationId xmlns:a16="http://schemas.microsoft.com/office/drawing/2014/main" id="{D0B574D6-9024-4160-4957-00BED8F26EFB}"/>
              </a:ext>
            </a:extLst>
          </p:cNvPr>
          <p:cNvCxnSpPr/>
          <p:nvPr/>
        </p:nvCxnSpPr>
        <p:spPr>
          <a:xfrm>
            <a:off x="8447284" y="4594843"/>
            <a:ext cx="1601606" cy="0"/>
          </a:xfrm>
          <a:prstGeom prst="line">
            <a:avLst/>
          </a:prstGeom>
          <a:ln w="6350">
            <a:solidFill>
              <a:schemeClr val="bg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17F7A922-3CED-5731-AEE5-E6DC825E07D2}"/>
              </a:ext>
            </a:extLst>
          </p:cNvPr>
          <p:cNvCxnSpPr/>
          <p:nvPr/>
        </p:nvCxnSpPr>
        <p:spPr>
          <a:xfrm>
            <a:off x="8447284" y="3422350"/>
            <a:ext cx="1601606" cy="0"/>
          </a:xfrm>
          <a:prstGeom prst="line">
            <a:avLst/>
          </a:prstGeom>
          <a:ln w="6350">
            <a:solidFill>
              <a:schemeClr val="bg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feld 174">
            <a:extLst>
              <a:ext uri="{FF2B5EF4-FFF2-40B4-BE49-F238E27FC236}">
                <a16:creationId xmlns:a16="http://schemas.microsoft.com/office/drawing/2014/main" id="{C8D69F62-E212-4FFE-7834-D48BA174FA1A}"/>
              </a:ext>
            </a:extLst>
          </p:cNvPr>
          <p:cNvSpPr txBox="1"/>
          <p:nvPr/>
        </p:nvSpPr>
        <p:spPr>
          <a:xfrm>
            <a:off x="10150927" y="1751809"/>
            <a:ext cx="167700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Documentation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176" name="Textfeld 175">
            <a:extLst>
              <a:ext uri="{FF2B5EF4-FFF2-40B4-BE49-F238E27FC236}">
                <a16:creationId xmlns:a16="http://schemas.microsoft.com/office/drawing/2014/main" id="{77420320-5694-6C74-1449-998A158AE070}"/>
              </a:ext>
            </a:extLst>
          </p:cNvPr>
          <p:cNvSpPr txBox="1"/>
          <p:nvPr/>
        </p:nvSpPr>
        <p:spPr>
          <a:xfrm>
            <a:off x="7879821" y="2696578"/>
            <a:ext cx="2751446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Customer</a:t>
            </a:r>
          </a:p>
        </p:txBody>
      </p:sp>
      <p:sp>
        <p:nvSpPr>
          <p:cNvPr id="177" name="Textfeld 176">
            <a:extLst>
              <a:ext uri="{FF2B5EF4-FFF2-40B4-BE49-F238E27FC236}">
                <a16:creationId xmlns:a16="http://schemas.microsoft.com/office/drawing/2014/main" id="{5E2C6A08-A029-ADE5-8FA6-AEF22B39687A}"/>
              </a:ext>
            </a:extLst>
          </p:cNvPr>
          <p:cNvSpPr txBox="1"/>
          <p:nvPr/>
        </p:nvSpPr>
        <p:spPr>
          <a:xfrm>
            <a:off x="8645633" y="3899361"/>
            <a:ext cx="1163787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Business</a:t>
            </a:r>
          </a:p>
        </p:txBody>
      </p:sp>
      <p:sp>
        <p:nvSpPr>
          <p:cNvPr id="178" name="Textfeld 177">
            <a:extLst>
              <a:ext uri="{FF2B5EF4-FFF2-40B4-BE49-F238E27FC236}">
                <a16:creationId xmlns:a16="http://schemas.microsoft.com/office/drawing/2014/main" id="{6446A95D-42F7-9897-E28A-7B192BE5C88D}"/>
              </a:ext>
            </a:extLst>
          </p:cNvPr>
          <p:cNvSpPr txBox="1"/>
          <p:nvPr/>
        </p:nvSpPr>
        <p:spPr>
          <a:xfrm>
            <a:off x="8310389" y="4848867"/>
            <a:ext cx="186842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…</a:t>
            </a:r>
          </a:p>
        </p:txBody>
      </p:sp>
      <p:grpSp>
        <p:nvGrpSpPr>
          <p:cNvPr id="181" name="Gruppieren 180">
            <a:extLst>
              <a:ext uri="{FF2B5EF4-FFF2-40B4-BE49-F238E27FC236}">
                <a16:creationId xmlns:a16="http://schemas.microsoft.com/office/drawing/2014/main" id="{BC47B9CA-1E62-52F1-4629-948D0D8B5D67}"/>
              </a:ext>
            </a:extLst>
          </p:cNvPr>
          <p:cNvGrpSpPr/>
          <p:nvPr/>
        </p:nvGrpSpPr>
        <p:grpSpPr>
          <a:xfrm>
            <a:off x="10615977" y="3540088"/>
            <a:ext cx="771794" cy="462143"/>
            <a:chOff x="8030717" y="5218979"/>
            <a:chExt cx="771794" cy="462143"/>
          </a:xfrm>
          <a:noFill/>
        </p:grpSpPr>
        <p:sp>
          <p:nvSpPr>
            <p:cNvPr id="182" name="Pfeil: nach rechts gekrümmt 181">
              <a:extLst>
                <a:ext uri="{FF2B5EF4-FFF2-40B4-BE49-F238E27FC236}">
                  <a16:creationId xmlns:a16="http://schemas.microsoft.com/office/drawing/2014/main" id="{BFF5550D-1160-4168-AAB0-0803A9318241}"/>
                </a:ext>
              </a:extLst>
            </p:cNvPr>
            <p:cNvSpPr/>
            <p:nvPr/>
          </p:nvSpPr>
          <p:spPr>
            <a:xfrm>
              <a:off x="8030717" y="5248275"/>
              <a:ext cx="379858" cy="432847"/>
            </a:xfrm>
            <a:prstGeom prst="curvedRightArrow">
              <a:avLst/>
            </a:prstGeom>
            <a:grpFill/>
            <a:ln w="19050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endParaRPr>
            </a:p>
          </p:txBody>
        </p:sp>
        <p:sp>
          <p:nvSpPr>
            <p:cNvPr id="183" name="Pfeil: nach rechts gekrümmt 182">
              <a:extLst>
                <a:ext uri="{FF2B5EF4-FFF2-40B4-BE49-F238E27FC236}">
                  <a16:creationId xmlns:a16="http://schemas.microsoft.com/office/drawing/2014/main" id="{D33C0E96-9ED4-E29B-736C-1300A515E6A9}"/>
                </a:ext>
              </a:extLst>
            </p:cNvPr>
            <p:cNvSpPr/>
            <p:nvPr/>
          </p:nvSpPr>
          <p:spPr>
            <a:xfrm rot="10996896">
              <a:off x="8422653" y="5218979"/>
              <a:ext cx="379858" cy="432847"/>
            </a:xfrm>
            <a:prstGeom prst="curvedRightArrow">
              <a:avLst/>
            </a:prstGeom>
            <a:grpFill/>
            <a:ln w="19050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endParaRPr>
            </a:p>
          </p:txBody>
        </p:sp>
      </p:grpSp>
      <p:cxnSp>
        <p:nvCxnSpPr>
          <p:cNvPr id="188" name="Gerader Verbinder 187">
            <a:extLst>
              <a:ext uri="{FF2B5EF4-FFF2-40B4-BE49-F238E27FC236}">
                <a16:creationId xmlns:a16="http://schemas.microsoft.com/office/drawing/2014/main" id="{091334D9-59F6-88BE-A36E-CC64420EDA2A}"/>
              </a:ext>
            </a:extLst>
          </p:cNvPr>
          <p:cNvCxnSpPr>
            <a:cxnSpLocks/>
            <a:stCxn id="141" idx="1"/>
          </p:cNvCxnSpPr>
          <p:nvPr/>
        </p:nvCxnSpPr>
        <p:spPr>
          <a:xfrm flipH="1">
            <a:off x="2158469" y="2890291"/>
            <a:ext cx="93562" cy="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0A1C6F10-C15E-23AA-D309-B04CBDA230AA}"/>
              </a:ext>
            </a:extLst>
          </p:cNvPr>
          <p:cNvCxnSpPr/>
          <p:nvPr/>
        </p:nvCxnSpPr>
        <p:spPr>
          <a:xfrm flipH="1">
            <a:off x="2158469" y="5318385"/>
            <a:ext cx="93562" cy="0"/>
          </a:xfrm>
          <a:prstGeom prst="line">
            <a:avLst/>
          </a:prstGeom>
          <a:ln w="190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rader Verbinder 189">
            <a:extLst>
              <a:ext uri="{FF2B5EF4-FFF2-40B4-BE49-F238E27FC236}">
                <a16:creationId xmlns:a16="http://schemas.microsoft.com/office/drawing/2014/main" id="{C6490F24-FD19-D3E5-F37D-4A162978F4C3}"/>
              </a:ext>
            </a:extLst>
          </p:cNvPr>
          <p:cNvCxnSpPr>
            <a:cxnSpLocks/>
          </p:cNvCxnSpPr>
          <p:nvPr/>
        </p:nvCxnSpPr>
        <p:spPr>
          <a:xfrm>
            <a:off x="2158469" y="2890291"/>
            <a:ext cx="0" cy="2425874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EE11C517-FADB-A3AE-CE75-50B97E48126A}"/>
              </a:ext>
            </a:extLst>
          </p:cNvPr>
          <p:cNvCxnSpPr>
            <a:cxnSpLocks/>
          </p:cNvCxnSpPr>
          <p:nvPr/>
        </p:nvCxnSpPr>
        <p:spPr>
          <a:xfrm flipH="1">
            <a:off x="2085630" y="4044294"/>
            <a:ext cx="72839" cy="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72566C2C-666B-6A7B-7E53-1B09EFA6689B}"/>
              </a:ext>
            </a:extLst>
          </p:cNvPr>
          <p:cNvCxnSpPr>
            <a:cxnSpLocks/>
            <a:stCxn id="144" idx="1"/>
            <a:endCxn id="139" idx="3"/>
          </p:cNvCxnSpPr>
          <p:nvPr/>
        </p:nvCxnSpPr>
        <p:spPr>
          <a:xfrm flipH="1">
            <a:off x="3739619" y="4035870"/>
            <a:ext cx="124039" cy="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EBE099E4-45E4-7749-0D63-9099112BCE9B}"/>
              </a:ext>
            </a:extLst>
          </p:cNvPr>
          <p:cNvCxnSpPr>
            <a:cxnSpLocks/>
            <a:stCxn id="194" idx="2"/>
            <a:endCxn id="144" idx="3"/>
          </p:cNvCxnSpPr>
          <p:nvPr/>
        </p:nvCxnSpPr>
        <p:spPr>
          <a:xfrm flipH="1">
            <a:off x="5365364" y="4034770"/>
            <a:ext cx="42560" cy="110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Ellipse 193">
            <a:extLst>
              <a:ext uri="{FF2B5EF4-FFF2-40B4-BE49-F238E27FC236}">
                <a16:creationId xmlns:a16="http://schemas.microsoft.com/office/drawing/2014/main" id="{9AF9CAEC-AC9B-3B92-91F1-DB102EC352FB}"/>
              </a:ext>
            </a:extLst>
          </p:cNvPr>
          <p:cNvSpPr/>
          <p:nvPr/>
        </p:nvSpPr>
        <p:spPr>
          <a:xfrm>
            <a:off x="5407924" y="3967993"/>
            <a:ext cx="117659" cy="133554"/>
          </a:xfrm>
          <a:prstGeom prst="ellipse">
            <a:avLst/>
          </a:prstGeom>
          <a:noFill/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pic>
        <p:nvPicPr>
          <p:cNvPr id="210" name="Grafik 209" descr="Roboter Silhouette">
            <a:extLst>
              <a:ext uri="{FF2B5EF4-FFF2-40B4-BE49-F238E27FC236}">
                <a16:creationId xmlns:a16="http://schemas.microsoft.com/office/drawing/2014/main" id="{0874A945-9610-FD38-ADA4-78372D0F8C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0673" y="4336660"/>
            <a:ext cx="204197" cy="204197"/>
          </a:xfrm>
          <a:prstGeom prst="rect">
            <a:avLst/>
          </a:prstGeom>
        </p:spPr>
      </p:pic>
      <p:sp>
        <p:nvSpPr>
          <p:cNvPr id="214" name="Rechteck 213">
            <a:extLst>
              <a:ext uri="{FF2B5EF4-FFF2-40B4-BE49-F238E27FC236}">
                <a16:creationId xmlns:a16="http://schemas.microsoft.com/office/drawing/2014/main" id="{8C501D49-DAA0-3A0D-B721-D838C707C5DE}"/>
              </a:ext>
            </a:extLst>
          </p:cNvPr>
          <p:cNvSpPr/>
          <p:nvPr/>
        </p:nvSpPr>
        <p:spPr>
          <a:xfrm>
            <a:off x="7251520" y="4883356"/>
            <a:ext cx="989475" cy="47064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15" name="Textfeld 214">
            <a:extLst>
              <a:ext uri="{FF2B5EF4-FFF2-40B4-BE49-F238E27FC236}">
                <a16:creationId xmlns:a16="http://schemas.microsoft.com/office/drawing/2014/main" id="{73AF005B-AEAA-A506-7B10-D377C102E05A}"/>
              </a:ext>
            </a:extLst>
          </p:cNvPr>
          <p:cNvSpPr txBox="1"/>
          <p:nvPr/>
        </p:nvSpPr>
        <p:spPr>
          <a:xfrm>
            <a:off x="7317563" y="4379550"/>
            <a:ext cx="887024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Driver </a:t>
            </a:r>
            <a:b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</a:b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assistance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pic>
        <p:nvPicPr>
          <p:cNvPr id="219" name="Grafik 218" descr="Roboter Silhouette">
            <a:extLst>
              <a:ext uri="{FF2B5EF4-FFF2-40B4-BE49-F238E27FC236}">
                <a16:creationId xmlns:a16="http://schemas.microsoft.com/office/drawing/2014/main" id="{22D16BDE-6286-FD94-DF66-D4A505A1D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7161" y="2306434"/>
            <a:ext cx="236066" cy="236066"/>
          </a:xfrm>
          <a:prstGeom prst="rect">
            <a:avLst/>
          </a:prstGeom>
        </p:spPr>
      </p:pic>
      <p:pic>
        <p:nvPicPr>
          <p:cNvPr id="220" name="Grafik 219" descr="Roboter Silhouette">
            <a:extLst>
              <a:ext uri="{FF2B5EF4-FFF2-40B4-BE49-F238E27FC236}">
                <a16:creationId xmlns:a16="http://schemas.microsoft.com/office/drawing/2014/main" id="{A4F0D399-A0B0-C399-2254-7AB985063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4148" y="2316016"/>
            <a:ext cx="304800" cy="304800"/>
          </a:xfrm>
          <a:prstGeom prst="rect">
            <a:avLst/>
          </a:prstGeom>
        </p:spPr>
      </p:pic>
      <p:pic>
        <p:nvPicPr>
          <p:cNvPr id="221" name="Grafik 220" descr="Roboter Silhouette">
            <a:extLst>
              <a:ext uri="{FF2B5EF4-FFF2-40B4-BE49-F238E27FC236}">
                <a16:creationId xmlns:a16="http://schemas.microsoft.com/office/drawing/2014/main" id="{583E7C19-34AB-6B5B-D995-6C761BE7D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4911" y="2399500"/>
            <a:ext cx="304800" cy="304800"/>
          </a:xfrm>
          <a:prstGeom prst="rect">
            <a:avLst/>
          </a:prstGeom>
        </p:spPr>
      </p:pic>
      <p:pic>
        <p:nvPicPr>
          <p:cNvPr id="223" name="Grafik 222" descr="Männliches Profil Silhouette">
            <a:extLst>
              <a:ext uri="{FF2B5EF4-FFF2-40B4-BE49-F238E27FC236}">
                <a16:creationId xmlns:a16="http://schemas.microsoft.com/office/drawing/2014/main" id="{F966947D-E64A-9BA0-E544-6A703A7CD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2508" y="2305330"/>
            <a:ext cx="260192" cy="260192"/>
          </a:xfrm>
          <a:prstGeom prst="rect">
            <a:avLst/>
          </a:prstGeom>
        </p:spPr>
      </p:pic>
      <p:pic>
        <p:nvPicPr>
          <p:cNvPr id="224" name="Grafik 223" descr="Männliches Profil Silhouette">
            <a:extLst>
              <a:ext uri="{FF2B5EF4-FFF2-40B4-BE49-F238E27FC236}">
                <a16:creationId xmlns:a16="http://schemas.microsoft.com/office/drawing/2014/main" id="{5BA025C0-27F0-AAC2-263E-07C410EA3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8719" y="2382841"/>
            <a:ext cx="347601" cy="347601"/>
          </a:xfrm>
          <a:prstGeom prst="rect">
            <a:avLst/>
          </a:prstGeom>
        </p:spPr>
      </p:pic>
      <p:cxnSp>
        <p:nvCxnSpPr>
          <p:cNvPr id="241" name="Gerade Verbindung mit Pfeil 240">
            <a:extLst>
              <a:ext uri="{FF2B5EF4-FFF2-40B4-BE49-F238E27FC236}">
                <a16:creationId xmlns:a16="http://schemas.microsoft.com/office/drawing/2014/main" id="{BF89796E-6674-3F73-E794-E1DFF115986F}"/>
              </a:ext>
            </a:extLst>
          </p:cNvPr>
          <p:cNvCxnSpPr>
            <a:cxnSpLocks/>
          </p:cNvCxnSpPr>
          <p:nvPr/>
        </p:nvCxnSpPr>
        <p:spPr>
          <a:xfrm>
            <a:off x="8273658" y="3999600"/>
            <a:ext cx="132328" cy="0"/>
          </a:xfrm>
          <a:prstGeom prst="straightConnector1">
            <a:avLst/>
          </a:prstGeom>
          <a:ln w="3175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24240F24-6518-0FFF-4E7A-084A47BD2E2B}"/>
              </a:ext>
            </a:extLst>
          </p:cNvPr>
          <p:cNvCxnSpPr>
            <a:cxnSpLocks/>
          </p:cNvCxnSpPr>
          <p:nvPr/>
        </p:nvCxnSpPr>
        <p:spPr>
          <a:xfrm>
            <a:off x="10080815" y="3997163"/>
            <a:ext cx="176423" cy="0"/>
          </a:xfrm>
          <a:prstGeom prst="straightConnector1">
            <a:avLst/>
          </a:prstGeom>
          <a:ln w="3175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Grafik 242" descr="Roboter Silhouette">
            <a:extLst>
              <a:ext uri="{FF2B5EF4-FFF2-40B4-BE49-F238E27FC236}">
                <a16:creationId xmlns:a16="http://schemas.microsoft.com/office/drawing/2014/main" id="{0419D7F6-939F-0E79-7C5C-AAC0CB36B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9383" y="3154462"/>
            <a:ext cx="204197" cy="204197"/>
          </a:xfrm>
          <a:prstGeom prst="rect">
            <a:avLst/>
          </a:prstGeom>
        </p:spPr>
      </p:pic>
      <p:sp>
        <p:nvSpPr>
          <p:cNvPr id="245" name="Textfeld 244">
            <a:extLst>
              <a:ext uri="{FF2B5EF4-FFF2-40B4-BE49-F238E27FC236}">
                <a16:creationId xmlns:a16="http://schemas.microsoft.com/office/drawing/2014/main" id="{6F07DB28-BDEE-12EA-BF8E-6D35820AFF0F}"/>
              </a:ext>
            </a:extLst>
          </p:cNvPr>
          <p:cNvSpPr txBox="1"/>
          <p:nvPr/>
        </p:nvSpPr>
        <p:spPr>
          <a:xfrm>
            <a:off x="5621768" y="1602950"/>
            <a:ext cx="2634109" cy="553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Requirements</a:t>
            </a:r>
            <a:br>
              <a:rPr lang="de-DE"/>
            </a:b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definition</a:t>
            </a:r>
            <a:endParaRPr kumimoji="0" lang="de-DE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46" name="Textfeld 245">
            <a:extLst>
              <a:ext uri="{FF2B5EF4-FFF2-40B4-BE49-F238E27FC236}">
                <a16:creationId xmlns:a16="http://schemas.microsoft.com/office/drawing/2014/main" id="{7A358915-FED6-E513-8DD1-0A2AA5AB58F4}"/>
              </a:ext>
            </a:extLst>
          </p:cNvPr>
          <p:cNvSpPr txBox="1"/>
          <p:nvPr/>
        </p:nvSpPr>
        <p:spPr>
          <a:xfrm>
            <a:off x="3957151" y="3885021"/>
            <a:ext cx="1266905" cy="13234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All potential </a:t>
            </a: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requirements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(0/1)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BEV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powertrain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z="1100">
                <a:solidFill>
                  <a:schemeClr val="bg1"/>
                </a:solidFill>
                <a:latin typeface="BMWGroupTN Condensed"/>
              </a:rPr>
              <a:t>Cooler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Seat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ventilation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…</a:t>
            </a:r>
          </a:p>
        </p:txBody>
      </p:sp>
      <p:sp>
        <p:nvSpPr>
          <p:cNvPr id="247" name="Textfeld 246">
            <a:extLst>
              <a:ext uri="{FF2B5EF4-FFF2-40B4-BE49-F238E27FC236}">
                <a16:creationId xmlns:a16="http://schemas.microsoft.com/office/drawing/2014/main" id="{29E1C60B-4FB2-D711-1BAC-7B3AA44D4541}"/>
              </a:ext>
            </a:extLst>
          </p:cNvPr>
          <p:cNvSpPr txBox="1"/>
          <p:nvPr/>
        </p:nvSpPr>
        <p:spPr>
          <a:xfrm>
            <a:off x="4197115" y="5374224"/>
            <a:ext cx="789899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Implement</a:t>
            </a:r>
            <a:br>
              <a:rPr lang="de-DE" b="1"/>
            </a:b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requirement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?</a:t>
            </a:r>
          </a:p>
        </p:txBody>
      </p:sp>
      <p:sp>
        <p:nvSpPr>
          <p:cNvPr id="248" name="Pfeil: nach rechts 247">
            <a:extLst>
              <a:ext uri="{FF2B5EF4-FFF2-40B4-BE49-F238E27FC236}">
                <a16:creationId xmlns:a16="http://schemas.microsoft.com/office/drawing/2014/main" id="{F8770F13-8A6F-22ED-826E-0A0E43CE91DF}"/>
              </a:ext>
            </a:extLst>
          </p:cNvPr>
          <p:cNvSpPr/>
          <p:nvPr/>
        </p:nvSpPr>
        <p:spPr>
          <a:xfrm rot="5400000">
            <a:off x="4504735" y="5131146"/>
            <a:ext cx="167728" cy="280310"/>
          </a:xfrm>
          <a:prstGeom prst="rightArrow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49" name="Textfeld 248">
            <a:extLst>
              <a:ext uri="{FF2B5EF4-FFF2-40B4-BE49-F238E27FC236}">
                <a16:creationId xmlns:a16="http://schemas.microsoft.com/office/drawing/2014/main" id="{DDB37A57-0DE4-35ED-312A-553FFFF8E7EC}"/>
              </a:ext>
            </a:extLst>
          </p:cNvPr>
          <p:cNvSpPr txBox="1"/>
          <p:nvPr/>
        </p:nvSpPr>
        <p:spPr>
          <a:xfrm>
            <a:off x="3816520" y="1582533"/>
            <a:ext cx="194861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Structur</a:t>
            </a:r>
            <a:r>
              <a:rPr lang="de-DE" b="1">
                <a:solidFill>
                  <a:schemeClr val="bg1"/>
                </a:solidFill>
                <a:latin typeface="BMWGroupTN Condensed"/>
              </a:rPr>
              <a:t>e </a:t>
            </a: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&amp; </a:t>
            </a: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context</a:t>
            </a:r>
            <a:endParaRPr kumimoji="0" lang="de-DE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sp>
        <p:nvSpPr>
          <p:cNvPr id="250" name="Textfeld 249">
            <a:extLst>
              <a:ext uri="{FF2B5EF4-FFF2-40B4-BE49-F238E27FC236}">
                <a16:creationId xmlns:a16="http://schemas.microsoft.com/office/drawing/2014/main" id="{06C09014-CF1E-A7AD-7F2F-7AA18C8C4182}"/>
              </a:ext>
            </a:extLst>
          </p:cNvPr>
          <p:cNvSpPr txBox="1"/>
          <p:nvPr/>
        </p:nvSpPr>
        <p:spPr>
          <a:xfrm>
            <a:off x="3957750" y="2341370"/>
            <a:ext cx="1245049" cy="12618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Classify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cluster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contextualize</a:t>
            </a:r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AI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standardizes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findings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identifies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duplicates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groups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themes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and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connects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insights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MWGroupTN Condensed"/>
              <a:ea typeface="+mn-ea"/>
              <a:cs typeface="+mn-cs"/>
            </a:endParaRPr>
          </a:p>
        </p:txBody>
      </p:sp>
      <p:cxnSp>
        <p:nvCxnSpPr>
          <p:cNvPr id="251" name="Gerader Verbinder 250">
            <a:extLst>
              <a:ext uri="{FF2B5EF4-FFF2-40B4-BE49-F238E27FC236}">
                <a16:creationId xmlns:a16="http://schemas.microsoft.com/office/drawing/2014/main" id="{8186A7E6-01E8-B577-AEAE-7842AE47F3E0}"/>
              </a:ext>
            </a:extLst>
          </p:cNvPr>
          <p:cNvCxnSpPr>
            <a:cxnSpLocks/>
          </p:cNvCxnSpPr>
          <p:nvPr/>
        </p:nvCxnSpPr>
        <p:spPr>
          <a:xfrm>
            <a:off x="3863658" y="3843854"/>
            <a:ext cx="1501706" cy="0"/>
          </a:xfrm>
          <a:prstGeom prst="line">
            <a:avLst/>
          </a:prstGeom>
          <a:ln w="1270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Grafik 253" descr="Roboter Silhouette">
            <a:extLst>
              <a:ext uri="{FF2B5EF4-FFF2-40B4-BE49-F238E27FC236}">
                <a16:creationId xmlns:a16="http://schemas.microsoft.com/office/drawing/2014/main" id="{0845038C-CEA9-CC69-6343-6566C8F3F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8794" y="2301423"/>
            <a:ext cx="236066" cy="236066"/>
          </a:xfrm>
          <a:prstGeom prst="rect">
            <a:avLst/>
          </a:prstGeom>
        </p:spPr>
      </p:pic>
      <p:pic>
        <p:nvPicPr>
          <p:cNvPr id="255" name="Grafik 254" descr="Männliches Profil Silhouette">
            <a:extLst>
              <a:ext uri="{FF2B5EF4-FFF2-40B4-BE49-F238E27FC236}">
                <a16:creationId xmlns:a16="http://schemas.microsoft.com/office/drawing/2014/main" id="{725A37C2-05D5-5A0F-F0BB-7B1FCFEAB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4141" y="2300319"/>
            <a:ext cx="260192" cy="260192"/>
          </a:xfrm>
          <a:prstGeom prst="rect">
            <a:avLst/>
          </a:prstGeom>
        </p:spPr>
      </p:pic>
      <p:cxnSp>
        <p:nvCxnSpPr>
          <p:cNvPr id="256" name="Gerader Verbinder 255">
            <a:extLst>
              <a:ext uri="{FF2B5EF4-FFF2-40B4-BE49-F238E27FC236}">
                <a16:creationId xmlns:a16="http://schemas.microsoft.com/office/drawing/2014/main" id="{A83A9BD6-FBE3-F59C-4ACA-F9904DABDE0A}"/>
              </a:ext>
            </a:extLst>
          </p:cNvPr>
          <p:cNvCxnSpPr>
            <a:cxnSpLocks/>
          </p:cNvCxnSpPr>
          <p:nvPr/>
        </p:nvCxnSpPr>
        <p:spPr>
          <a:xfrm>
            <a:off x="5562766" y="3843854"/>
            <a:ext cx="1684491" cy="0"/>
          </a:xfrm>
          <a:prstGeom prst="line">
            <a:avLst/>
          </a:prstGeom>
          <a:ln w="1270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7" name="Grafik 256" descr="Roboter Silhouette">
            <a:extLst>
              <a:ext uri="{FF2B5EF4-FFF2-40B4-BE49-F238E27FC236}">
                <a16:creationId xmlns:a16="http://schemas.microsoft.com/office/drawing/2014/main" id="{3E979B6F-461A-ACF5-FEC9-9ABD2666E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3014" y="2306434"/>
            <a:ext cx="236066" cy="236066"/>
          </a:xfrm>
          <a:prstGeom prst="rect">
            <a:avLst/>
          </a:prstGeom>
        </p:spPr>
      </p:pic>
      <p:pic>
        <p:nvPicPr>
          <p:cNvPr id="260" name="Grafik 259" descr="Roboter Silhouette">
            <a:extLst>
              <a:ext uri="{FF2B5EF4-FFF2-40B4-BE49-F238E27FC236}">
                <a16:creationId xmlns:a16="http://schemas.microsoft.com/office/drawing/2014/main" id="{697C279F-00B6-FD37-64E8-15ED709AB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0673" y="5436232"/>
            <a:ext cx="204197" cy="204197"/>
          </a:xfrm>
          <a:prstGeom prst="rect">
            <a:avLst/>
          </a:prstGeom>
        </p:spPr>
      </p:pic>
      <p:cxnSp>
        <p:nvCxnSpPr>
          <p:cNvPr id="261" name="Gerader Verbinder 260">
            <a:extLst>
              <a:ext uri="{FF2B5EF4-FFF2-40B4-BE49-F238E27FC236}">
                <a16:creationId xmlns:a16="http://schemas.microsoft.com/office/drawing/2014/main" id="{6EF3502B-E1DE-7925-3D55-50FBE3998356}"/>
              </a:ext>
            </a:extLst>
          </p:cNvPr>
          <p:cNvCxnSpPr>
            <a:cxnSpLocks/>
            <a:endCxn id="194" idx="6"/>
          </p:cNvCxnSpPr>
          <p:nvPr/>
        </p:nvCxnSpPr>
        <p:spPr>
          <a:xfrm flipH="1" flipV="1">
            <a:off x="5525583" y="4034770"/>
            <a:ext cx="38130" cy="1100"/>
          </a:xfrm>
          <a:prstGeom prst="line">
            <a:avLst/>
          </a:prstGeom>
          <a:ln w="3175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feld 262">
            <a:extLst>
              <a:ext uri="{FF2B5EF4-FFF2-40B4-BE49-F238E27FC236}">
                <a16:creationId xmlns:a16="http://schemas.microsoft.com/office/drawing/2014/main" id="{07EFB147-B1A5-DA6E-B007-4AA64997E368}"/>
              </a:ext>
            </a:extLst>
          </p:cNvPr>
          <p:cNvSpPr txBox="1"/>
          <p:nvPr/>
        </p:nvSpPr>
        <p:spPr>
          <a:xfrm>
            <a:off x="10499935" y="4044294"/>
            <a:ext cx="1060511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Requirements</a:t>
            </a:r>
            <a:b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</a:br>
            <a:r>
              <a:rPr kumimoji="0" lang="de-D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tracking</a:t>
            </a:r>
          </a:p>
        </p:txBody>
      </p:sp>
      <p:sp>
        <p:nvSpPr>
          <p:cNvPr id="264" name="Titel 2">
            <a:extLst>
              <a:ext uri="{FF2B5EF4-FFF2-40B4-BE49-F238E27FC236}">
                <a16:creationId xmlns:a16="http://schemas.microsoft.com/office/drawing/2014/main" id="{1A2EC14B-3A4C-F9C5-DEDF-DFD79B70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685800"/>
          </a:xfrm>
        </p:spPr>
        <p:txBody>
          <a:bodyPr lIns="27432" tIns="18288" rIns="27432" bIns="18288" anchor="ctr"/>
          <a:lstStyle/>
          <a:p>
            <a:pPr algn="l">
              <a:lnSpc>
                <a:spcPct val="100000"/>
              </a:lnSpc>
            </a:pPr>
            <a:r>
              <a:rPr lang="de-DE" sz="3500" b="1">
                <a:solidFill>
                  <a:srgbClr val="FFFFFF"/>
                </a:solidFill>
                <a:latin typeface="BMWGroupTN Condensed"/>
              </a:rPr>
              <a:t>The </a:t>
            </a:r>
            <a:r>
              <a:rPr lang="de-DE" sz="3500" b="1" err="1">
                <a:solidFill>
                  <a:srgbClr val="FFFFFF"/>
                </a:solidFill>
                <a:latin typeface="BMWGroupTN Condensed"/>
              </a:rPr>
              <a:t>Process</a:t>
            </a:r>
            <a:r>
              <a:rPr lang="de-DE" sz="3500" b="1">
                <a:solidFill>
                  <a:srgbClr val="FFFFFF"/>
                </a:solidFill>
                <a:latin typeface="BMWGroupTN Condensed"/>
              </a:rPr>
              <a:t>.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0AA5388-F0BB-1E37-2FBC-8EF92CCC3695}"/>
              </a:ext>
            </a:extLst>
          </p:cNvPr>
          <p:cNvSpPr txBox="1"/>
          <p:nvPr/>
        </p:nvSpPr>
        <p:spPr>
          <a:xfrm>
            <a:off x="7302745" y="4999093"/>
            <a:ext cx="887024" cy="1692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2052574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5AacNlGr/BAk+qbGNWLSuAEAAAAAAADAAAAAAADAAAAAwADAAEA////////BQAAAAMAEAALsVVz8sidlEaBfcgboYEM9A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+DAIMAAAAFX2lkABAAAAAEkBpw2Uav8ECT6psY1YtK4ANEYXRhABsAAAAETGlua2VkU2hhcGVEYXRhAAUAAAAAAAJOYW1lABkAAABMaW5rZWRTaGFwZXNEYXRhUHJvcGVydHkAEFZlcnNpb24AAQAAAAlMYXN0V3JpdGUA9dA6Cp0BAAAAAQD/////xgDGAAAABV9pZAAQAAAABLFVc/LInZRGgX3IG6GBDPQDRGF0YQBTAAAACFByZXNlbnRhdGlvblNjYW5uZWRGb3JMaW5rZWRTaGFwZXMAAAJOdW1iZXJGb3JtYXRTZXBhcmF0b3JNb2RlAAoAAABBdXRvbWF0aWMAAAJOYW1lACQAAABMaW5rZWRTaGFwZVByZXNlbnRhdGlvblNldHRpbmdzRGF0YQAQVmVyc2lvbgAAAAAACUxhc3RXcml0ZQD90DoKn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s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EEAAAAAAAFAAAAAwAFAAAAAQADAAEBAwAAAAMA////////JQAGTGlua2VkU2hhcGVQcmVzZW50YXRpb25TZXR0aW5nc0RhdGFfMAQAAAAB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095899201485542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ID" val="385d6355-d200-49fe-beba-b1e672d575b2"/>
  <p:tag name="MIO_CONTENTTAG" val="3rIT6lDGQkOhe78/Cx7MGQ=="/>
  <p:tag name="MIO_DBID" val="1B045C84-677B-4828-87D5-601791E3A33E"/>
  <p:tag name="MIO_EKGUID" val="8d12534e-7476-4dfb-b0c3-41be4fd4ec2e"/>
  <p:tag name="MIO_HDS" val="True"/>
  <p:tag name="MIO_LASTDOWNLOADED" val="18.05.2026 19:07:50.104"/>
  <p:tag name="MIO_OBJECTNAME" val="BMW Group"/>
  <p:tag name="MIO_SKIPVERSION" val="01.01.0001 00:00:00"/>
  <p:tag name="MIO_UPDATE" val="True"/>
  <p:tag name="MIO_VERSION" val="15.05.2026 12:46:3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lank - Copilot and PowerPoint (beta).pptx" id="{58A4BC1D-D7BB-418D-A9AF-E417E6F9537A}" vid="{5745AF60-C7DA-4E13-ACF8-618033A90BE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718ABC7C92E84F97F6CA828CE95635" ma:contentTypeVersion="13" ma:contentTypeDescription="Ein neues Dokument erstellen." ma:contentTypeScope="" ma:versionID="e909a96992162767e41d72c0c6795a6c">
  <xsd:schema xmlns:xsd="http://www.w3.org/2001/XMLSchema" xmlns:xs="http://www.w3.org/2001/XMLSchema" xmlns:p="http://schemas.microsoft.com/office/2006/metadata/properties" xmlns:ns2="be5eb708-0e4b-4319-b0bd-9f934b953cf8" xmlns:ns3="dcc6d3f8-c12c-4f59-970e-330a931b91ed" targetNamespace="http://schemas.microsoft.com/office/2006/metadata/properties" ma:root="true" ma:fieldsID="534480ed9625e211591cc4f2537a1b67" ns2:_="" ns3:_="">
    <xsd:import namespace="be5eb708-0e4b-4319-b0bd-9f934b953cf8"/>
    <xsd:import namespace="dcc6d3f8-c12c-4f59-970e-330a931b91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5eb708-0e4b-4319-b0bd-9f934b953c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f96b8e5b-1f52-4d89-9d30-0680d0269b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6d3f8-c12c-4f59-970e-330a931b91e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c283758d-d349-47fe-a2cd-5dc0b6de6cad}" ma:internalName="TaxCatchAll" ma:showField="CatchAllData" ma:web="dcc6d3f8-c12c-4f59-970e-330a931b91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c6d3f8-c12c-4f59-970e-330a931b91ed" xsi:nil="true"/>
    <lcf76f155ced4ddcb4097134ff3c332f xmlns="be5eb708-0e4b-4319-b0bd-9f934b953c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ED151E-16E4-4997-A320-6373405398F9}">
  <ds:schemaRefs>
    <ds:schemaRef ds:uri="be5eb708-0e4b-4319-b0bd-9f934b953cf8"/>
    <ds:schemaRef ds:uri="dcc6d3f8-c12c-4f59-970e-330a931b91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058727-59DB-4643-ABA9-B264DCEFDF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CFCD65-5E41-44CF-873A-DAEC5C00A6EC}">
  <ds:schemaRefs>
    <ds:schemaRef ds:uri="be5eb708-0e4b-4319-b0bd-9f934b953cf8"/>
    <ds:schemaRef ds:uri="dcc6d3f8-c12c-4f59-970e-330a931b91e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2601314-b878-4900-a263-6d04f23371fa}" enabled="1" method="Privileged" siteId="{ce849bab-cc1c-465b-b62e-18f07c9ac19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309</Words>
  <Application>Microsoft Macintosh PowerPoint</Application>
  <PresentationFormat>Breitbild</PresentationFormat>
  <Paragraphs>116</Paragraphs>
  <Slides>4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1" baseType="lpstr">
      <vt:lpstr>Arial</vt:lpstr>
      <vt:lpstr>BMW Group Condensed</vt:lpstr>
      <vt:lpstr>BMWGroupTN Condensed</vt:lpstr>
      <vt:lpstr>BMWGroupTN Condensed Regular</vt:lpstr>
      <vt:lpstr>Wingdings</vt:lpstr>
      <vt:lpstr>BMW Group</vt:lpstr>
      <vt:lpstr>think-cell Folie</vt:lpstr>
      <vt:lpstr>Emotions, ENGINEERED INTO A PRODUCT.</vt:lpstr>
      <vt:lpstr>THE PRODUCT MANAGEMENT Universe.</vt:lpstr>
      <vt:lpstr>FROM billions of findings to one BMW Vehicle.</vt:lpstr>
      <vt:lpstr>The Process.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Gebhardt Benedikt, CP-16</dc:creator>
  <cp:lastModifiedBy>Gebhardt, Benedikt</cp:lastModifiedBy>
  <cp:revision>2</cp:revision>
  <dcterms:created xsi:type="dcterms:W3CDTF">2026-10-06T14:55:30Z</dcterms:created>
  <dcterms:modified xsi:type="dcterms:W3CDTF">2026-10-10T09:01:57Z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935750-240b-48e4-a615-66942a738439_Enabled">
    <vt:lpwstr>true</vt:lpwstr>
  </property>
  <property fmtid="{D5CDD505-2E9C-101B-9397-08002B2CF9AE}" pid="3" name="MSIP_Label_e6935750-240b-48e4-a615-66942a738439_SetDate">
    <vt:lpwstr>2025-08-04T07:35:46Z</vt:lpwstr>
  </property>
  <property fmtid="{D5CDD505-2E9C-101B-9397-08002B2CF9AE}" pid="4" name="MSIP_Label_e6935750-240b-48e4-a615-66942a738439_Method">
    <vt:lpwstr>Standard</vt:lpwstr>
  </property>
  <property fmtid="{D5CDD505-2E9C-101B-9397-08002B2CF9AE}" pid="5" name="MSIP_Label_e6935750-240b-48e4-a615-66942a738439_Name">
    <vt:lpwstr>e6935750-240b-48e4-a615-66942a738439</vt:lpwstr>
  </property>
  <property fmtid="{D5CDD505-2E9C-101B-9397-08002B2CF9AE}" pid="6" name="MSIP_Label_e6935750-240b-48e4-a615-66942a738439_SiteId">
    <vt:lpwstr>ce849bab-cc1c-465b-b62e-18f07c9ac198</vt:lpwstr>
  </property>
  <property fmtid="{D5CDD505-2E9C-101B-9397-08002B2CF9AE}" pid="7" name="MSIP_Label_e6935750-240b-48e4-a615-66942a738439_ActionId">
    <vt:lpwstr>825cc886-d864-4ebd-8fa8-13049a8131e7</vt:lpwstr>
  </property>
  <property fmtid="{D5CDD505-2E9C-101B-9397-08002B2CF9AE}" pid="8" name="MSIP_Label_e6935750-240b-48e4-a615-66942a738439_ContentBits">
    <vt:lpwstr>2</vt:lpwstr>
  </property>
  <property fmtid="{D5CDD505-2E9C-101B-9397-08002B2CF9AE}" pid="9" name="MSIP_Label_e6935750-240b-48e4-a615-66942a738439_Tag">
    <vt:lpwstr>10, 3, 0, 1</vt:lpwstr>
  </property>
  <property fmtid="{D5CDD505-2E9C-101B-9397-08002B2CF9AE}" pid="10" name="MediaServiceImageTags">
    <vt:lpwstr/>
  </property>
  <property fmtid="{D5CDD505-2E9C-101B-9397-08002B2CF9AE}" pid="11" name="ContentTypeId">
    <vt:lpwstr>0x010100B5718ABC7C92E84F97F6CA828CE95635</vt:lpwstr>
  </property>
</Properties>
</file>